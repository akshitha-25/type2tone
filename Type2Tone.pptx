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6" r:id="rId1"/>
  </p:sldMasterIdLst>
  <p:notesMasterIdLst>
    <p:notesMasterId r:id="rId24"/>
  </p:notesMasterIdLst>
  <p:sldIdLst>
    <p:sldId id="256" r:id="rId2"/>
    <p:sldId id="257" r:id="rId3"/>
    <p:sldId id="258" r:id="rId4"/>
    <p:sldId id="259" r:id="rId5"/>
    <p:sldId id="260" r:id="rId6"/>
    <p:sldId id="261" r:id="rId7"/>
    <p:sldId id="262" r:id="rId8"/>
    <p:sldId id="278" r:id="rId9"/>
    <p:sldId id="279" r:id="rId10"/>
    <p:sldId id="265" r:id="rId11"/>
    <p:sldId id="266" r:id="rId12"/>
    <p:sldId id="267" r:id="rId13"/>
    <p:sldId id="268" r:id="rId14"/>
    <p:sldId id="269" r:id="rId15"/>
    <p:sldId id="270" r:id="rId16"/>
    <p:sldId id="281" r:id="rId17"/>
    <p:sldId id="271" r:id="rId18"/>
    <p:sldId id="272" r:id="rId19"/>
    <p:sldId id="274" r:id="rId20"/>
    <p:sldId id="275" r:id="rId21"/>
    <p:sldId id="280" r:id="rId22"/>
    <p:sldId id="277" r:id="rId23"/>
  </p:sldIdLst>
  <p:sldSz cx="9144000" cy="5143500" type="screen16x9"/>
  <p:notesSz cx="9144000" cy="51435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9684E05-B32D-4FC0-A89A-111005CD1222}" v="154" dt="2025-05-30T10:14:33.742"/>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3" d="100"/>
          <a:sy n="103" d="100"/>
        </p:scale>
        <p:origin x="874" y="77"/>
      </p:cViewPr>
      <p:guideLst>
        <p:guide orient="horz" pos="2880"/>
        <p:guide pos="216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usuma Palavalasa" userId="0f3179184e67c50a" providerId="LiveId" clId="{E9684E05-B32D-4FC0-A89A-111005CD1222}"/>
    <pc:docChg chg="undo redo custSel addSld delSld modSld">
      <pc:chgData name="Kusuma Palavalasa" userId="0f3179184e67c50a" providerId="LiveId" clId="{E9684E05-B32D-4FC0-A89A-111005CD1222}" dt="2025-05-30T10:20:37.551" v="824" actId="47"/>
      <pc:docMkLst>
        <pc:docMk/>
      </pc:docMkLst>
      <pc:sldChg chg="addSp modSp mod">
        <pc:chgData name="Kusuma Palavalasa" userId="0f3179184e67c50a" providerId="LiveId" clId="{E9684E05-B32D-4FC0-A89A-111005CD1222}" dt="2025-05-30T09:55:35.417" v="476" actId="20577"/>
        <pc:sldMkLst>
          <pc:docMk/>
          <pc:sldMk cId="0" sldId="256"/>
        </pc:sldMkLst>
        <pc:spChg chg="mod">
          <ac:chgData name="Kusuma Palavalasa" userId="0f3179184e67c50a" providerId="LiveId" clId="{E9684E05-B32D-4FC0-A89A-111005CD1222}" dt="2025-05-30T09:03:26.870" v="397" actId="20577"/>
          <ac:spMkLst>
            <pc:docMk/>
            <pc:sldMk cId="0" sldId="256"/>
            <ac:spMk id="2" creationId="{00000000-0000-0000-0000-000000000000}"/>
          </ac:spMkLst>
        </pc:spChg>
        <pc:spChg chg="mod">
          <ac:chgData name="Kusuma Palavalasa" userId="0f3179184e67c50a" providerId="LiveId" clId="{E9684E05-B32D-4FC0-A89A-111005CD1222}" dt="2025-05-30T09:54:53.490" v="471" actId="2711"/>
          <ac:spMkLst>
            <pc:docMk/>
            <pc:sldMk cId="0" sldId="256"/>
            <ac:spMk id="3" creationId="{00000000-0000-0000-0000-000000000000}"/>
          </ac:spMkLst>
        </pc:spChg>
        <pc:spChg chg="mod">
          <ac:chgData name="Kusuma Palavalasa" userId="0f3179184e67c50a" providerId="LiveId" clId="{E9684E05-B32D-4FC0-A89A-111005CD1222}" dt="2025-05-28T13:35:48.241" v="35" actId="14100"/>
          <ac:spMkLst>
            <pc:docMk/>
            <pc:sldMk cId="0" sldId="256"/>
            <ac:spMk id="5" creationId="{00000000-0000-0000-0000-000000000000}"/>
          </ac:spMkLst>
        </pc:spChg>
        <pc:spChg chg="add mod">
          <ac:chgData name="Kusuma Palavalasa" userId="0f3179184e67c50a" providerId="LiveId" clId="{E9684E05-B32D-4FC0-A89A-111005CD1222}" dt="2025-05-30T09:01:40.546" v="378" actId="20577"/>
          <ac:spMkLst>
            <pc:docMk/>
            <pc:sldMk cId="0" sldId="256"/>
            <ac:spMk id="6" creationId="{DB73CD48-B53F-E6CE-0743-031E69EFC9C7}"/>
          </ac:spMkLst>
        </pc:spChg>
        <pc:spChg chg="mod">
          <ac:chgData name="Kusuma Palavalasa" userId="0f3179184e67c50a" providerId="LiveId" clId="{E9684E05-B32D-4FC0-A89A-111005CD1222}" dt="2025-05-30T09:55:35.417" v="476" actId="20577"/>
          <ac:spMkLst>
            <pc:docMk/>
            <pc:sldMk cId="0" sldId="256"/>
            <ac:spMk id="7" creationId="{00000000-0000-0000-0000-000000000000}"/>
          </ac:spMkLst>
        </pc:spChg>
        <pc:spChg chg="add mod">
          <ac:chgData name="Kusuma Palavalasa" userId="0f3179184e67c50a" providerId="LiveId" clId="{E9684E05-B32D-4FC0-A89A-111005CD1222}" dt="2025-05-30T04:37:32.393" v="296" actId="115"/>
          <ac:spMkLst>
            <pc:docMk/>
            <pc:sldMk cId="0" sldId="256"/>
            <ac:spMk id="8" creationId="{501CC1D1-A1F4-2F4E-F756-29E6F5C8096F}"/>
          </ac:spMkLst>
        </pc:spChg>
      </pc:sldChg>
      <pc:sldChg chg="modSp mod">
        <pc:chgData name="Kusuma Palavalasa" userId="0f3179184e67c50a" providerId="LiveId" clId="{E9684E05-B32D-4FC0-A89A-111005CD1222}" dt="2025-05-30T09:55:54.598" v="477" actId="2711"/>
        <pc:sldMkLst>
          <pc:docMk/>
          <pc:sldMk cId="0" sldId="257"/>
        </pc:sldMkLst>
        <pc:spChg chg="mod">
          <ac:chgData name="Kusuma Palavalasa" userId="0f3179184e67c50a" providerId="LiveId" clId="{E9684E05-B32D-4FC0-A89A-111005CD1222}" dt="2025-05-30T09:55:54.598" v="477" actId="2711"/>
          <ac:spMkLst>
            <pc:docMk/>
            <pc:sldMk cId="0" sldId="257"/>
            <ac:spMk id="2" creationId="{00000000-0000-0000-0000-000000000000}"/>
          </ac:spMkLst>
        </pc:spChg>
      </pc:sldChg>
      <pc:sldChg chg="modSp mod">
        <pc:chgData name="Kusuma Palavalasa" userId="0f3179184e67c50a" providerId="LiveId" clId="{E9684E05-B32D-4FC0-A89A-111005CD1222}" dt="2025-05-30T09:57:47.242" v="481" actId="255"/>
        <pc:sldMkLst>
          <pc:docMk/>
          <pc:sldMk cId="0" sldId="258"/>
        </pc:sldMkLst>
        <pc:spChg chg="mod">
          <ac:chgData name="Kusuma Palavalasa" userId="0f3179184e67c50a" providerId="LiveId" clId="{E9684E05-B32D-4FC0-A89A-111005CD1222}" dt="2025-05-30T09:57:47.242" v="481" actId="255"/>
          <ac:spMkLst>
            <pc:docMk/>
            <pc:sldMk cId="0" sldId="258"/>
            <ac:spMk id="3" creationId="{00000000-0000-0000-0000-000000000000}"/>
          </ac:spMkLst>
        </pc:spChg>
      </pc:sldChg>
      <pc:sldChg chg="addSp delSp modSp mod">
        <pc:chgData name="Kusuma Palavalasa" userId="0f3179184e67c50a" providerId="LiveId" clId="{E9684E05-B32D-4FC0-A89A-111005CD1222}" dt="2025-05-30T09:58:24.351" v="487" actId="255"/>
        <pc:sldMkLst>
          <pc:docMk/>
          <pc:sldMk cId="0" sldId="259"/>
        </pc:sldMkLst>
        <pc:spChg chg="add del mod">
          <ac:chgData name="Kusuma Palavalasa" userId="0f3179184e67c50a" providerId="LiveId" clId="{E9684E05-B32D-4FC0-A89A-111005CD1222}" dt="2025-05-30T04:32:58.392" v="251" actId="47"/>
          <ac:spMkLst>
            <pc:docMk/>
            <pc:sldMk cId="0" sldId="259"/>
            <ac:spMk id="2" creationId="{00000000-0000-0000-0000-000000000000}"/>
          </ac:spMkLst>
        </pc:spChg>
        <pc:spChg chg="mod">
          <ac:chgData name="Kusuma Palavalasa" userId="0f3179184e67c50a" providerId="LiveId" clId="{E9684E05-B32D-4FC0-A89A-111005CD1222}" dt="2025-05-30T09:58:24.351" v="487" actId="255"/>
          <ac:spMkLst>
            <pc:docMk/>
            <pc:sldMk cId="0" sldId="259"/>
            <ac:spMk id="3" creationId="{00000000-0000-0000-0000-000000000000}"/>
          </ac:spMkLst>
        </pc:spChg>
        <pc:spChg chg="add">
          <ac:chgData name="Kusuma Palavalasa" userId="0f3179184e67c50a" providerId="LiveId" clId="{E9684E05-B32D-4FC0-A89A-111005CD1222}" dt="2025-05-30T04:32:29.654" v="245"/>
          <ac:spMkLst>
            <pc:docMk/>
            <pc:sldMk cId="0" sldId="259"/>
            <ac:spMk id="4" creationId="{B6230AFB-5355-DF42-9B4E-C6E3FD317659}"/>
          </ac:spMkLst>
        </pc:spChg>
        <pc:spChg chg="add mod">
          <ac:chgData name="Kusuma Palavalasa" userId="0f3179184e67c50a" providerId="LiveId" clId="{E9684E05-B32D-4FC0-A89A-111005CD1222}" dt="2025-05-30T09:17:07.602" v="404" actId="255"/>
          <ac:spMkLst>
            <pc:docMk/>
            <pc:sldMk cId="0" sldId="259"/>
            <ac:spMk id="5" creationId="{E4935D12-B1CE-66D5-9942-25D12A46CAE3}"/>
          </ac:spMkLst>
        </pc:spChg>
      </pc:sldChg>
      <pc:sldChg chg="modSp mod">
        <pc:chgData name="Kusuma Palavalasa" userId="0f3179184e67c50a" providerId="LiveId" clId="{E9684E05-B32D-4FC0-A89A-111005CD1222}" dt="2025-05-30T09:58:52.799" v="491" actId="14100"/>
        <pc:sldMkLst>
          <pc:docMk/>
          <pc:sldMk cId="0" sldId="260"/>
        </pc:sldMkLst>
        <pc:spChg chg="mod">
          <ac:chgData name="Kusuma Palavalasa" userId="0f3179184e67c50a" providerId="LiveId" clId="{E9684E05-B32D-4FC0-A89A-111005CD1222}" dt="2025-05-30T09:58:38.943" v="489" actId="255"/>
          <ac:spMkLst>
            <pc:docMk/>
            <pc:sldMk cId="0" sldId="260"/>
            <ac:spMk id="2" creationId="{00000000-0000-0000-0000-000000000000}"/>
          </ac:spMkLst>
        </pc:spChg>
        <pc:spChg chg="mod">
          <ac:chgData name="Kusuma Palavalasa" userId="0f3179184e67c50a" providerId="LiveId" clId="{E9684E05-B32D-4FC0-A89A-111005CD1222}" dt="2025-05-30T09:58:52.799" v="491" actId="14100"/>
          <ac:spMkLst>
            <pc:docMk/>
            <pc:sldMk cId="0" sldId="260"/>
            <ac:spMk id="3" creationId="{00000000-0000-0000-0000-000000000000}"/>
          </ac:spMkLst>
        </pc:spChg>
      </pc:sldChg>
      <pc:sldChg chg="modSp add del mod">
        <pc:chgData name="Kusuma Palavalasa" userId="0f3179184e67c50a" providerId="LiveId" clId="{E9684E05-B32D-4FC0-A89A-111005CD1222}" dt="2025-05-30T10:20:37.551" v="824" actId="47"/>
        <pc:sldMkLst>
          <pc:docMk/>
          <pc:sldMk cId="0" sldId="261"/>
        </pc:sldMkLst>
        <pc:spChg chg="mod">
          <ac:chgData name="Kusuma Palavalasa" userId="0f3179184e67c50a" providerId="LiveId" clId="{E9684E05-B32D-4FC0-A89A-111005CD1222}" dt="2025-05-30T10:01:31.697" v="525" actId="207"/>
          <ac:spMkLst>
            <pc:docMk/>
            <pc:sldMk cId="0" sldId="261"/>
            <ac:spMk id="2" creationId="{00000000-0000-0000-0000-000000000000}"/>
          </ac:spMkLst>
        </pc:spChg>
        <pc:spChg chg="mod">
          <ac:chgData name="Kusuma Palavalasa" userId="0f3179184e67c50a" providerId="LiveId" clId="{E9684E05-B32D-4FC0-A89A-111005CD1222}" dt="2025-05-30T09:59:09.527" v="493" actId="255"/>
          <ac:spMkLst>
            <pc:docMk/>
            <pc:sldMk cId="0" sldId="261"/>
            <ac:spMk id="3" creationId="{00000000-0000-0000-0000-000000000000}"/>
          </ac:spMkLst>
        </pc:spChg>
      </pc:sldChg>
      <pc:sldChg chg="modSp mod">
        <pc:chgData name="Kusuma Palavalasa" userId="0f3179184e67c50a" providerId="LiveId" clId="{E9684E05-B32D-4FC0-A89A-111005CD1222}" dt="2025-05-30T10:02:45.971" v="534" actId="20577"/>
        <pc:sldMkLst>
          <pc:docMk/>
          <pc:sldMk cId="0" sldId="262"/>
        </pc:sldMkLst>
        <pc:spChg chg="mod">
          <ac:chgData name="Kusuma Palavalasa" userId="0f3179184e67c50a" providerId="LiveId" clId="{E9684E05-B32D-4FC0-A89A-111005CD1222}" dt="2025-05-30T10:01:45.489" v="527" actId="255"/>
          <ac:spMkLst>
            <pc:docMk/>
            <pc:sldMk cId="0" sldId="262"/>
            <ac:spMk id="2" creationId="{00000000-0000-0000-0000-000000000000}"/>
          </ac:spMkLst>
        </pc:spChg>
        <pc:spChg chg="mod">
          <ac:chgData name="Kusuma Palavalasa" userId="0f3179184e67c50a" providerId="LiveId" clId="{E9684E05-B32D-4FC0-A89A-111005CD1222}" dt="2025-05-30T10:02:45.971" v="534" actId="20577"/>
          <ac:spMkLst>
            <pc:docMk/>
            <pc:sldMk cId="0" sldId="262"/>
            <ac:spMk id="3" creationId="{00000000-0000-0000-0000-000000000000}"/>
          </ac:spMkLst>
        </pc:spChg>
      </pc:sldChg>
      <pc:sldChg chg="modSp mod">
        <pc:chgData name="Kusuma Palavalasa" userId="0f3179184e67c50a" providerId="LiveId" clId="{E9684E05-B32D-4FC0-A89A-111005CD1222}" dt="2025-05-30T10:16:30.856" v="786" actId="113"/>
        <pc:sldMkLst>
          <pc:docMk/>
          <pc:sldMk cId="0" sldId="265"/>
        </pc:sldMkLst>
        <pc:spChg chg="mod">
          <ac:chgData name="Kusuma Palavalasa" userId="0f3179184e67c50a" providerId="LiveId" clId="{E9684E05-B32D-4FC0-A89A-111005CD1222}" dt="2025-05-30T10:16:15.901" v="784" actId="14100"/>
          <ac:spMkLst>
            <pc:docMk/>
            <pc:sldMk cId="0" sldId="265"/>
            <ac:spMk id="2" creationId="{00000000-0000-0000-0000-000000000000}"/>
          </ac:spMkLst>
        </pc:spChg>
        <pc:spChg chg="mod">
          <ac:chgData name="Kusuma Palavalasa" userId="0f3179184e67c50a" providerId="LiveId" clId="{E9684E05-B32D-4FC0-A89A-111005CD1222}" dt="2025-05-30T10:16:30.856" v="786" actId="113"/>
          <ac:spMkLst>
            <pc:docMk/>
            <pc:sldMk cId="0" sldId="265"/>
            <ac:spMk id="3" creationId="{00000000-0000-0000-0000-000000000000}"/>
          </ac:spMkLst>
        </pc:spChg>
      </pc:sldChg>
      <pc:sldChg chg="addSp delSp modSp mod">
        <pc:chgData name="Kusuma Palavalasa" userId="0f3179184e67c50a" providerId="LiveId" clId="{E9684E05-B32D-4FC0-A89A-111005CD1222}" dt="2025-05-30T10:16:44.018" v="788" actId="255"/>
        <pc:sldMkLst>
          <pc:docMk/>
          <pc:sldMk cId="0" sldId="266"/>
        </pc:sldMkLst>
        <pc:spChg chg="mod">
          <ac:chgData name="Kusuma Palavalasa" userId="0f3179184e67c50a" providerId="LiveId" clId="{E9684E05-B32D-4FC0-A89A-111005CD1222}" dt="2025-05-30T10:16:44.018" v="788" actId="255"/>
          <ac:spMkLst>
            <pc:docMk/>
            <pc:sldMk cId="0" sldId="266"/>
            <ac:spMk id="3" creationId="{00000000-0000-0000-0000-000000000000}"/>
          </ac:spMkLst>
        </pc:spChg>
        <pc:spChg chg="add mod">
          <ac:chgData name="Kusuma Palavalasa" userId="0f3179184e67c50a" providerId="LiveId" clId="{E9684E05-B32D-4FC0-A89A-111005CD1222}" dt="2025-05-30T10:06:25.213" v="554" actId="1076"/>
          <ac:spMkLst>
            <pc:docMk/>
            <pc:sldMk cId="0" sldId="266"/>
            <ac:spMk id="6" creationId="{B699C31D-59E3-8F0E-93B5-130D34B15078}"/>
          </ac:spMkLst>
        </pc:spChg>
        <pc:picChg chg="add mod">
          <ac:chgData name="Kusuma Palavalasa" userId="0f3179184e67c50a" providerId="LiveId" clId="{E9684E05-B32D-4FC0-A89A-111005CD1222}" dt="2025-05-30T10:03:46.837" v="539" actId="14100"/>
          <ac:picMkLst>
            <pc:docMk/>
            <pc:sldMk cId="0" sldId="266"/>
            <ac:picMk id="4" creationId="{661D0441-2002-EBDC-CE73-3F62981606AD}"/>
          </ac:picMkLst>
        </pc:picChg>
        <pc:picChg chg="del">
          <ac:chgData name="Kusuma Palavalasa" userId="0f3179184e67c50a" providerId="LiveId" clId="{E9684E05-B32D-4FC0-A89A-111005CD1222}" dt="2025-05-30T10:03:24.848" v="535" actId="21"/>
          <ac:picMkLst>
            <pc:docMk/>
            <pc:sldMk cId="0" sldId="266"/>
            <ac:picMk id="5" creationId="{074B33B9-7880-C6FB-D40A-FFD047B79C5F}"/>
          </ac:picMkLst>
        </pc:picChg>
      </pc:sldChg>
      <pc:sldChg chg="modSp mod">
        <pc:chgData name="Kusuma Palavalasa" userId="0f3179184e67c50a" providerId="LiveId" clId="{E9684E05-B32D-4FC0-A89A-111005CD1222}" dt="2025-05-30T10:17:03.485" v="791" actId="255"/>
        <pc:sldMkLst>
          <pc:docMk/>
          <pc:sldMk cId="0" sldId="267"/>
        </pc:sldMkLst>
        <pc:spChg chg="mod">
          <ac:chgData name="Kusuma Palavalasa" userId="0f3179184e67c50a" providerId="LiveId" clId="{E9684E05-B32D-4FC0-A89A-111005CD1222}" dt="2025-05-30T04:40:18.076" v="301" actId="123"/>
          <ac:spMkLst>
            <pc:docMk/>
            <pc:sldMk cId="0" sldId="267"/>
            <ac:spMk id="2" creationId="{00000000-0000-0000-0000-000000000000}"/>
          </ac:spMkLst>
        </pc:spChg>
        <pc:spChg chg="mod">
          <ac:chgData name="Kusuma Palavalasa" userId="0f3179184e67c50a" providerId="LiveId" clId="{E9684E05-B32D-4FC0-A89A-111005CD1222}" dt="2025-05-30T10:17:03.485" v="791" actId="255"/>
          <ac:spMkLst>
            <pc:docMk/>
            <pc:sldMk cId="0" sldId="267"/>
            <ac:spMk id="3" creationId="{00000000-0000-0000-0000-000000000000}"/>
          </ac:spMkLst>
        </pc:spChg>
      </pc:sldChg>
      <pc:sldChg chg="modSp mod">
        <pc:chgData name="Kusuma Palavalasa" userId="0f3179184e67c50a" providerId="LiveId" clId="{E9684E05-B32D-4FC0-A89A-111005CD1222}" dt="2025-05-30T10:17:16.159" v="793" actId="2711"/>
        <pc:sldMkLst>
          <pc:docMk/>
          <pc:sldMk cId="0" sldId="268"/>
        </pc:sldMkLst>
        <pc:spChg chg="mod">
          <ac:chgData name="Kusuma Palavalasa" userId="0f3179184e67c50a" providerId="LiveId" clId="{E9684E05-B32D-4FC0-A89A-111005CD1222}" dt="2025-05-30T10:17:16.159" v="793" actId="2711"/>
          <ac:spMkLst>
            <pc:docMk/>
            <pc:sldMk cId="0" sldId="268"/>
            <ac:spMk id="2" creationId="{00000000-0000-0000-0000-000000000000}"/>
          </ac:spMkLst>
        </pc:spChg>
      </pc:sldChg>
      <pc:sldChg chg="modSp mod">
        <pc:chgData name="Kusuma Palavalasa" userId="0f3179184e67c50a" providerId="LiveId" clId="{E9684E05-B32D-4FC0-A89A-111005CD1222}" dt="2025-05-30T10:17:40.774" v="797" actId="14100"/>
        <pc:sldMkLst>
          <pc:docMk/>
          <pc:sldMk cId="0" sldId="269"/>
        </pc:sldMkLst>
        <pc:spChg chg="mod">
          <ac:chgData name="Kusuma Palavalasa" userId="0f3179184e67c50a" providerId="LiveId" clId="{E9684E05-B32D-4FC0-A89A-111005CD1222}" dt="2025-05-30T10:17:40.774" v="797" actId="14100"/>
          <ac:spMkLst>
            <pc:docMk/>
            <pc:sldMk cId="0" sldId="269"/>
            <ac:spMk id="2" creationId="{00000000-0000-0000-0000-000000000000}"/>
          </ac:spMkLst>
        </pc:spChg>
      </pc:sldChg>
      <pc:sldChg chg="addSp modSp mod">
        <pc:chgData name="Kusuma Palavalasa" userId="0f3179184e67c50a" providerId="LiveId" clId="{E9684E05-B32D-4FC0-A89A-111005CD1222}" dt="2025-05-28T14:02:30.888" v="195" actId="14100"/>
        <pc:sldMkLst>
          <pc:docMk/>
          <pc:sldMk cId="0" sldId="270"/>
        </pc:sldMkLst>
        <pc:picChg chg="add mod">
          <ac:chgData name="Kusuma Palavalasa" userId="0f3179184e67c50a" providerId="LiveId" clId="{E9684E05-B32D-4FC0-A89A-111005CD1222}" dt="2025-05-28T14:02:30.888" v="195" actId="14100"/>
          <ac:picMkLst>
            <pc:docMk/>
            <pc:sldMk cId="0" sldId="270"/>
            <ac:picMk id="3" creationId="{C82E6D9E-0AB1-7DED-2A9A-26FFB6BE11A0}"/>
          </ac:picMkLst>
        </pc:picChg>
        <pc:picChg chg="mod">
          <ac:chgData name="Kusuma Palavalasa" userId="0f3179184e67c50a" providerId="LiveId" clId="{E9684E05-B32D-4FC0-A89A-111005CD1222}" dt="2025-05-28T14:02:14.113" v="191" actId="14100"/>
          <ac:picMkLst>
            <pc:docMk/>
            <pc:sldMk cId="0" sldId="270"/>
            <ac:picMk id="9" creationId="{EA62B7B0-BF54-7BD4-76E8-A66B13ACEC12}"/>
          </ac:picMkLst>
        </pc:picChg>
      </pc:sldChg>
      <pc:sldChg chg="modSp mod">
        <pc:chgData name="Kusuma Palavalasa" userId="0f3179184e67c50a" providerId="LiveId" clId="{E9684E05-B32D-4FC0-A89A-111005CD1222}" dt="2025-05-30T10:17:59.234" v="799" actId="255"/>
        <pc:sldMkLst>
          <pc:docMk/>
          <pc:sldMk cId="0" sldId="274"/>
        </pc:sldMkLst>
        <pc:spChg chg="mod">
          <ac:chgData name="Kusuma Palavalasa" userId="0f3179184e67c50a" providerId="LiveId" clId="{E9684E05-B32D-4FC0-A89A-111005CD1222}" dt="2025-05-30T10:17:59.234" v="799" actId="255"/>
          <ac:spMkLst>
            <pc:docMk/>
            <pc:sldMk cId="0" sldId="274"/>
            <ac:spMk id="3" creationId="{00000000-0000-0000-0000-000000000000}"/>
          </ac:spMkLst>
        </pc:spChg>
      </pc:sldChg>
      <pc:sldChg chg="modSp mod">
        <pc:chgData name="Kusuma Palavalasa" userId="0f3179184e67c50a" providerId="LiveId" clId="{E9684E05-B32D-4FC0-A89A-111005CD1222}" dt="2025-05-30T10:18:29.931" v="803" actId="14100"/>
        <pc:sldMkLst>
          <pc:docMk/>
          <pc:sldMk cId="0" sldId="275"/>
        </pc:sldMkLst>
        <pc:spChg chg="mod">
          <ac:chgData name="Kusuma Palavalasa" userId="0f3179184e67c50a" providerId="LiveId" clId="{E9684E05-B32D-4FC0-A89A-111005CD1222}" dt="2025-05-30T09:11:27.968" v="402" actId="20577"/>
          <ac:spMkLst>
            <pc:docMk/>
            <pc:sldMk cId="0" sldId="275"/>
            <ac:spMk id="2" creationId="{00000000-0000-0000-0000-000000000000}"/>
          </ac:spMkLst>
        </pc:spChg>
        <pc:spChg chg="mod">
          <ac:chgData name="Kusuma Palavalasa" userId="0f3179184e67c50a" providerId="LiveId" clId="{E9684E05-B32D-4FC0-A89A-111005CD1222}" dt="2025-05-30T10:18:29.931" v="803" actId="14100"/>
          <ac:spMkLst>
            <pc:docMk/>
            <pc:sldMk cId="0" sldId="275"/>
            <ac:spMk id="3" creationId="{00000000-0000-0000-0000-000000000000}"/>
          </ac:spMkLst>
        </pc:spChg>
      </pc:sldChg>
      <pc:sldChg chg="modSp mod">
        <pc:chgData name="Kusuma Palavalasa" userId="0f3179184e67c50a" providerId="LiveId" clId="{E9684E05-B32D-4FC0-A89A-111005CD1222}" dt="2025-05-30T10:19:44.790" v="818" actId="14100"/>
        <pc:sldMkLst>
          <pc:docMk/>
          <pc:sldMk cId="0" sldId="277"/>
        </pc:sldMkLst>
        <pc:spChg chg="mod">
          <ac:chgData name="Kusuma Palavalasa" userId="0f3179184e67c50a" providerId="LiveId" clId="{E9684E05-B32D-4FC0-A89A-111005CD1222}" dt="2025-05-30T10:19:44.790" v="818" actId="14100"/>
          <ac:spMkLst>
            <pc:docMk/>
            <pc:sldMk cId="0" sldId="277"/>
            <ac:spMk id="2" creationId="{00000000-0000-0000-0000-000000000000}"/>
          </ac:spMkLst>
        </pc:spChg>
      </pc:sldChg>
      <pc:sldChg chg="modSp mod">
        <pc:chgData name="Kusuma Palavalasa" userId="0f3179184e67c50a" providerId="LiveId" clId="{E9684E05-B32D-4FC0-A89A-111005CD1222}" dt="2025-05-30T10:10:30.877" v="647" actId="113"/>
        <pc:sldMkLst>
          <pc:docMk/>
          <pc:sldMk cId="2039075400" sldId="278"/>
        </pc:sldMkLst>
        <pc:spChg chg="mod">
          <ac:chgData name="Kusuma Palavalasa" userId="0f3179184e67c50a" providerId="LiveId" clId="{E9684E05-B32D-4FC0-A89A-111005CD1222}" dt="2025-05-30T10:10:30.877" v="647" actId="113"/>
          <ac:spMkLst>
            <pc:docMk/>
            <pc:sldMk cId="2039075400" sldId="278"/>
            <ac:spMk id="3" creationId="{BBCCFFC1-07EA-834B-2107-C13DEAFEF94B}"/>
          </ac:spMkLst>
        </pc:spChg>
      </pc:sldChg>
      <pc:sldChg chg="modSp mod">
        <pc:chgData name="Kusuma Palavalasa" userId="0f3179184e67c50a" providerId="LiveId" clId="{E9684E05-B32D-4FC0-A89A-111005CD1222}" dt="2025-05-30T10:20:31.561" v="822" actId="27636"/>
        <pc:sldMkLst>
          <pc:docMk/>
          <pc:sldMk cId="1422566201" sldId="279"/>
        </pc:sldMkLst>
        <pc:spChg chg="mod">
          <ac:chgData name="Kusuma Palavalasa" userId="0f3179184e67c50a" providerId="LiveId" clId="{E9684E05-B32D-4FC0-A89A-111005CD1222}" dt="2025-05-30T10:20:31.561" v="822" actId="27636"/>
          <ac:spMkLst>
            <pc:docMk/>
            <pc:sldMk cId="1422566201" sldId="279"/>
            <ac:spMk id="2" creationId="{66A6DCC1-E9D3-D7A2-79F4-0FEFAC2DCB1B}"/>
          </ac:spMkLst>
        </pc:spChg>
        <pc:spChg chg="mod">
          <ac:chgData name="Kusuma Palavalasa" userId="0f3179184e67c50a" providerId="LiveId" clId="{E9684E05-B32D-4FC0-A89A-111005CD1222}" dt="2025-05-30T10:15:52.238" v="780" actId="113"/>
          <ac:spMkLst>
            <pc:docMk/>
            <pc:sldMk cId="1422566201" sldId="279"/>
            <ac:spMk id="3" creationId="{E4E9FF1F-C80C-A69F-105A-6E155BC19209}"/>
          </ac:spMkLst>
        </pc:spChg>
      </pc:sldChg>
      <pc:sldChg chg="modSp mod">
        <pc:chgData name="Kusuma Palavalasa" userId="0f3179184e67c50a" providerId="LiveId" clId="{E9684E05-B32D-4FC0-A89A-111005CD1222}" dt="2025-05-30T10:19:28.401" v="816" actId="1076"/>
        <pc:sldMkLst>
          <pc:docMk/>
          <pc:sldMk cId="2014748914" sldId="280"/>
        </pc:sldMkLst>
        <pc:spChg chg="mod">
          <ac:chgData name="Kusuma Palavalasa" userId="0f3179184e67c50a" providerId="LiveId" clId="{E9684E05-B32D-4FC0-A89A-111005CD1222}" dt="2025-05-30T10:19:28.401" v="816" actId="1076"/>
          <ac:spMkLst>
            <pc:docMk/>
            <pc:sldMk cId="2014748914" sldId="280"/>
            <ac:spMk id="2" creationId="{419D9BD5-0D1F-95F1-84BC-C47BD598EEEB}"/>
          </ac:spMkLst>
        </pc:spChg>
      </pc:sldChg>
      <pc:sldChg chg="addSp modSp new mod">
        <pc:chgData name="Kusuma Palavalasa" userId="0f3179184e67c50a" providerId="LiveId" clId="{E9684E05-B32D-4FC0-A89A-111005CD1222}" dt="2025-05-30T09:27:34.751" v="431" actId="2711"/>
        <pc:sldMkLst>
          <pc:docMk/>
          <pc:sldMk cId="3437252135" sldId="281"/>
        </pc:sldMkLst>
        <pc:spChg chg="add mod">
          <ac:chgData name="Kusuma Palavalasa" userId="0f3179184e67c50a" providerId="LiveId" clId="{E9684E05-B32D-4FC0-A89A-111005CD1222}" dt="2025-05-30T09:27:34.751" v="431" actId="2711"/>
          <ac:spMkLst>
            <pc:docMk/>
            <pc:sldMk cId="3437252135" sldId="281"/>
            <ac:spMk id="4" creationId="{0CABFF67-1E8A-AEFC-239F-D6654C115D9E}"/>
          </ac:spMkLst>
        </pc:spChg>
        <pc:picChg chg="add mod">
          <ac:chgData name="Kusuma Palavalasa" userId="0f3179184e67c50a" providerId="LiveId" clId="{E9684E05-B32D-4FC0-A89A-111005CD1222}" dt="2025-05-30T09:26:39.141" v="411" actId="14100"/>
          <ac:picMkLst>
            <pc:docMk/>
            <pc:sldMk cId="3437252135" sldId="281"/>
            <ac:picMk id="3" creationId="{F56E2D2D-889D-291E-5DD6-25FBAE9A9579}"/>
          </ac:picMkLst>
        </pc:picChg>
      </pc:sldChg>
      <pc:sldChg chg="new del">
        <pc:chgData name="Kusuma Palavalasa" userId="0f3179184e67c50a" providerId="LiveId" clId="{E9684E05-B32D-4FC0-A89A-111005CD1222}" dt="2025-05-30T09:30:29.270" v="433" actId="680"/>
        <pc:sldMkLst>
          <pc:docMk/>
          <pc:sldMk cId="740778253" sldId="282"/>
        </pc:sldMkLst>
      </pc:sldChg>
    </pc:docChg>
  </pc:docChgLst>
  <pc:docChgLst>
    <pc:chgData name="Kusuma Palavalasa" userId="0f3179184e67c50a" providerId="LiveId" clId="{E55D3797-9EB6-460E-96BB-EA5D39F8528C}"/>
    <pc:docChg chg="undo redo custSel addSld delSld modSld">
      <pc:chgData name="Kusuma Palavalasa" userId="0f3179184e67c50a" providerId="LiveId" clId="{E55D3797-9EB6-460E-96BB-EA5D39F8528C}" dt="2025-04-30T09:29:41.168" v="1885" actId="255"/>
      <pc:docMkLst>
        <pc:docMk/>
      </pc:docMkLst>
      <pc:sldChg chg="addSp delSp modSp mod">
        <pc:chgData name="Kusuma Palavalasa" userId="0f3179184e67c50a" providerId="LiveId" clId="{E55D3797-9EB6-460E-96BB-EA5D39F8528C}" dt="2025-04-20T13:20:49.313" v="551" actId="207"/>
        <pc:sldMkLst>
          <pc:docMk/>
          <pc:sldMk cId="0" sldId="256"/>
        </pc:sldMkLst>
        <pc:spChg chg="mod">
          <ac:chgData name="Kusuma Palavalasa" userId="0f3179184e67c50a" providerId="LiveId" clId="{E55D3797-9EB6-460E-96BB-EA5D39F8528C}" dt="2025-04-15T17:09:36.597" v="547" actId="113"/>
          <ac:spMkLst>
            <pc:docMk/>
            <pc:sldMk cId="0" sldId="256"/>
            <ac:spMk id="2" creationId="{00000000-0000-0000-0000-000000000000}"/>
          </ac:spMkLst>
        </pc:spChg>
        <pc:spChg chg="mod">
          <ac:chgData name="Kusuma Palavalasa" userId="0f3179184e67c50a" providerId="LiveId" clId="{E55D3797-9EB6-460E-96BB-EA5D39F8528C}" dt="2025-04-20T13:20:49.313" v="551" actId="207"/>
          <ac:spMkLst>
            <pc:docMk/>
            <pc:sldMk cId="0" sldId="256"/>
            <ac:spMk id="3" creationId="{00000000-0000-0000-0000-000000000000}"/>
          </ac:spMkLst>
        </pc:spChg>
        <pc:spChg chg="mod">
          <ac:chgData name="Kusuma Palavalasa" userId="0f3179184e67c50a" providerId="LiveId" clId="{E55D3797-9EB6-460E-96BB-EA5D39F8528C}" dt="2025-04-05T16:10:41.592" v="0"/>
          <ac:spMkLst>
            <pc:docMk/>
            <pc:sldMk cId="0" sldId="256"/>
            <ac:spMk id="5" creationId="{00000000-0000-0000-0000-000000000000}"/>
          </ac:spMkLst>
        </pc:spChg>
        <pc:spChg chg="mod">
          <ac:chgData name="Kusuma Palavalasa" userId="0f3179184e67c50a" providerId="LiveId" clId="{E55D3797-9EB6-460E-96BB-EA5D39F8528C}" dt="2025-04-13T13:29:53.541" v="91"/>
          <ac:spMkLst>
            <pc:docMk/>
            <pc:sldMk cId="0" sldId="256"/>
            <ac:spMk id="7" creationId="{00000000-0000-0000-0000-000000000000}"/>
          </ac:spMkLst>
        </pc:spChg>
        <pc:picChg chg="add mod">
          <ac:chgData name="Kusuma Palavalasa" userId="0f3179184e67c50a" providerId="LiveId" clId="{E55D3797-9EB6-460E-96BB-EA5D39F8528C}" dt="2025-04-15T16:22:11.517" v="379" actId="1076"/>
          <ac:picMkLst>
            <pc:docMk/>
            <pc:sldMk cId="0" sldId="256"/>
            <ac:picMk id="10" creationId="{1888082C-4895-9859-03C6-94867AEE09C6}"/>
          </ac:picMkLst>
        </pc:picChg>
      </pc:sldChg>
      <pc:sldChg chg="modSp mod">
        <pc:chgData name="Kusuma Palavalasa" userId="0f3179184e67c50a" providerId="LiveId" clId="{E55D3797-9EB6-460E-96BB-EA5D39F8528C}" dt="2025-04-30T09:07:38.198" v="1883" actId="113"/>
        <pc:sldMkLst>
          <pc:docMk/>
          <pc:sldMk cId="0" sldId="257"/>
        </pc:sldMkLst>
        <pc:spChg chg="mod">
          <ac:chgData name="Kusuma Palavalasa" userId="0f3179184e67c50a" providerId="LiveId" clId="{E55D3797-9EB6-460E-96BB-EA5D39F8528C}" dt="2025-04-30T09:07:38.198" v="1883" actId="113"/>
          <ac:spMkLst>
            <pc:docMk/>
            <pc:sldMk cId="0" sldId="257"/>
            <ac:spMk id="2" creationId="{00000000-0000-0000-0000-000000000000}"/>
          </ac:spMkLst>
        </pc:spChg>
      </pc:sldChg>
      <pc:sldChg chg="addSp delSp modSp mod">
        <pc:chgData name="Kusuma Palavalasa" userId="0f3179184e67c50a" providerId="LiveId" clId="{E55D3797-9EB6-460E-96BB-EA5D39F8528C}" dt="2025-04-30T09:07:30.226" v="1882" actId="113"/>
        <pc:sldMkLst>
          <pc:docMk/>
          <pc:sldMk cId="0" sldId="258"/>
        </pc:sldMkLst>
        <pc:spChg chg="add del mod">
          <ac:chgData name="Kusuma Palavalasa" userId="0f3179184e67c50a" providerId="LiveId" clId="{E55D3797-9EB6-460E-96BB-EA5D39F8528C}" dt="2025-04-05T16:14:01.155" v="15" actId="14100"/>
          <ac:spMkLst>
            <pc:docMk/>
            <pc:sldMk cId="0" sldId="258"/>
            <ac:spMk id="2" creationId="{00000000-0000-0000-0000-000000000000}"/>
          </ac:spMkLst>
        </pc:spChg>
        <pc:spChg chg="mod">
          <ac:chgData name="Kusuma Palavalasa" userId="0f3179184e67c50a" providerId="LiveId" clId="{E55D3797-9EB6-460E-96BB-EA5D39F8528C}" dt="2025-04-30T09:07:30.226" v="1882" actId="113"/>
          <ac:spMkLst>
            <pc:docMk/>
            <pc:sldMk cId="0" sldId="258"/>
            <ac:spMk id="3" creationId="{00000000-0000-0000-0000-000000000000}"/>
          </ac:spMkLst>
        </pc:spChg>
      </pc:sldChg>
      <pc:sldChg chg="modSp mod">
        <pc:chgData name="Kusuma Palavalasa" userId="0f3179184e67c50a" providerId="LiveId" clId="{E55D3797-9EB6-460E-96BB-EA5D39F8528C}" dt="2025-04-30T09:07:23.574" v="1881" actId="113"/>
        <pc:sldMkLst>
          <pc:docMk/>
          <pc:sldMk cId="0" sldId="259"/>
        </pc:sldMkLst>
        <pc:spChg chg="mod">
          <ac:chgData name="Kusuma Palavalasa" userId="0f3179184e67c50a" providerId="LiveId" clId="{E55D3797-9EB6-460E-96BB-EA5D39F8528C}" dt="2025-04-05T16:15:27.931" v="23" actId="14100"/>
          <ac:spMkLst>
            <pc:docMk/>
            <pc:sldMk cId="0" sldId="259"/>
            <ac:spMk id="2" creationId="{00000000-0000-0000-0000-000000000000}"/>
          </ac:spMkLst>
        </pc:spChg>
        <pc:spChg chg="mod">
          <ac:chgData name="Kusuma Palavalasa" userId="0f3179184e67c50a" providerId="LiveId" clId="{E55D3797-9EB6-460E-96BB-EA5D39F8528C}" dt="2025-04-30T09:07:23.574" v="1881" actId="113"/>
          <ac:spMkLst>
            <pc:docMk/>
            <pc:sldMk cId="0" sldId="259"/>
            <ac:spMk id="3" creationId="{00000000-0000-0000-0000-000000000000}"/>
          </ac:spMkLst>
        </pc:spChg>
      </pc:sldChg>
      <pc:sldChg chg="modSp mod">
        <pc:chgData name="Kusuma Palavalasa" userId="0f3179184e67c50a" providerId="LiveId" clId="{E55D3797-9EB6-460E-96BB-EA5D39F8528C}" dt="2025-04-30T09:07:15.156" v="1880" actId="113"/>
        <pc:sldMkLst>
          <pc:docMk/>
          <pc:sldMk cId="0" sldId="260"/>
        </pc:sldMkLst>
        <pc:spChg chg="mod">
          <ac:chgData name="Kusuma Palavalasa" userId="0f3179184e67c50a" providerId="LiveId" clId="{E55D3797-9EB6-460E-96BB-EA5D39F8528C}" dt="2025-04-30T09:07:15.156" v="1880" actId="113"/>
          <ac:spMkLst>
            <pc:docMk/>
            <pc:sldMk cId="0" sldId="260"/>
            <ac:spMk id="2" creationId="{00000000-0000-0000-0000-000000000000}"/>
          </ac:spMkLst>
        </pc:spChg>
        <pc:spChg chg="mod">
          <ac:chgData name="Kusuma Palavalasa" userId="0f3179184e67c50a" providerId="LiveId" clId="{E55D3797-9EB6-460E-96BB-EA5D39F8528C}" dt="2025-04-20T13:25:45.165" v="588" actId="1076"/>
          <ac:spMkLst>
            <pc:docMk/>
            <pc:sldMk cId="0" sldId="260"/>
            <ac:spMk id="3" creationId="{00000000-0000-0000-0000-000000000000}"/>
          </ac:spMkLst>
        </pc:spChg>
      </pc:sldChg>
      <pc:sldChg chg="modSp mod">
        <pc:chgData name="Kusuma Palavalasa" userId="0f3179184e67c50a" providerId="LiveId" clId="{E55D3797-9EB6-460E-96BB-EA5D39F8528C}" dt="2025-04-30T09:07:03.854" v="1879" actId="113"/>
        <pc:sldMkLst>
          <pc:docMk/>
          <pc:sldMk cId="0" sldId="261"/>
        </pc:sldMkLst>
        <pc:spChg chg="mod">
          <ac:chgData name="Kusuma Palavalasa" userId="0f3179184e67c50a" providerId="LiveId" clId="{E55D3797-9EB6-460E-96BB-EA5D39F8528C}" dt="2025-04-28T16:22:54.540" v="1400" actId="207"/>
          <ac:spMkLst>
            <pc:docMk/>
            <pc:sldMk cId="0" sldId="261"/>
            <ac:spMk id="2" creationId="{00000000-0000-0000-0000-000000000000}"/>
          </ac:spMkLst>
        </pc:spChg>
        <pc:spChg chg="mod">
          <ac:chgData name="Kusuma Palavalasa" userId="0f3179184e67c50a" providerId="LiveId" clId="{E55D3797-9EB6-460E-96BB-EA5D39F8528C}" dt="2025-04-30T09:07:03.854" v="1879" actId="113"/>
          <ac:spMkLst>
            <pc:docMk/>
            <pc:sldMk cId="0" sldId="261"/>
            <ac:spMk id="3" creationId="{00000000-0000-0000-0000-000000000000}"/>
          </ac:spMkLst>
        </pc:spChg>
      </pc:sldChg>
      <pc:sldChg chg="modSp mod">
        <pc:chgData name="Kusuma Palavalasa" userId="0f3179184e67c50a" providerId="LiveId" clId="{E55D3797-9EB6-460E-96BB-EA5D39F8528C}" dt="2025-04-30T09:06:56.220" v="1878" actId="113"/>
        <pc:sldMkLst>
          <pc:docMk/>
          <pc:sldMk cId="0" sldId="262"/>
        </pc:sldMkLst>
        <pc:spChg chg="mod">
          <ac:chgData name="Kusuma Palavalasa" userId="0f3179184e67c50a" providerId="LiveId" clId="{E55D3797-9EB6-460E-96BB-EA5D39F8528C}" dt="2025-04-30T09:06:56.220" v="1878" actId="113"/>
          <ac:spMkLst>
            <pc:docMk/>
            <pc:sldMk cId="0" sldId="262"/>
            <ac:spMk id="2" creationId="{00000000-0000-0000-0000-000000000000}"/>
          </ac:spMkLst>
        </pc:spChg>
        <pc:spChg chg="mod">
          <ac:chgData name="Kusuma Palavalasa" userId="0f3179184e67c50a" providerId="LiveId" clId="{E55D3797-9EB6-460E-96BB-EA5D39F8528C}" dt="2025-04-28T16:23:03.741" v="1401" actId="207"/>
          <ac:spMkLst>
            <pc:docMk/>
            <pc:sldMk cId="0" sldId="262"/>
            <ac:spMk id="3" creationId="{00000000-0000-0000-0000-000000000000}"/>
          </ac:spMkLst>
        </pc:spChg>
      </pc:sldChg>
      <pc:sldChg chg="modSp add del mod">
        <pc:chgData name="Kusuma Palavalasa" userId="0f3179184e67c50a" providerId="LiveId" clId="{E55D3797-9EB6-460E-96BB-EA5D39F8528C}" dt="2025-04-15T16:57:10.162" v="431" actId="2696"/>
        <pc:sldMkLst>
          <pc:docMk/>
          <pc:sldMk cId="0" sldId="263"/>
        </pc:sldMkLst>
      </pc:sldChg>
      <pc:sldChg chg="del">
        <pc:chgData name="Kusuma Palavalasa" userId="0f3179184e67c50a" providerId="LiveId" clId="{E55D3797-9EB6-460E-96BB-EA5D39F8528C}" dt="2025-04-15T17:02:13.603" v="488" actId="2696"/>
        <pc:sldMkLst>
          <pc:docMk/>
          <pc:sldMk cId="0" sldId="264"/>
        </pc:sldMkLst>
      </pc:sldChg>
      <pc:sldChg chg="modSp mod">
        <pc:chgData name="Kusuma Palavalasa" userId="0f3179184e67c50a" providerId="LiveId" clId="{E55D3797-9EB6-460E-96BB-EA5D39F8528C}" dt="2025-04-30T09:06:35.519" v="1875" actId="113"/>
        <pc:sldMkLst>
          <pc:docMk/>
          <pc:sldMk cId="0" sldId="265"/>
        </pc:sldMkLst>
        <pc:spChg chg="mod">
          <ac:chgData name="Kusuma Palavalasa" userId="0f3179184e67c50a" providerId="LiveId" clId="{E55D3797-9EB6-460E-96BB-EA5D39F8528C}" dt="2025-04-30T09:06:35.519" v="1875" actId="113"/>
          <ac:spMkLst>
            <pc:docMk/>
            <pc:sldMk cId="0" sldId="265"/>
            <ac:spMk id="2" creationId="{00000000-0000-0000-0000-000000000000}"/>
          </ac:spMkLst>
        </pc:spChg>
        <pc:spChg chg="mod">
          <ac:chgData name="Kusuma Palavalasa" userId="0f3179184e67c50a" providerId="LiveId" clId="{E55D3797-9EB6-460E-96BB-EA5D39F8528C}" dt="2025-04-20T13:58:07.935" v="749" actId="255"/>
          <ac:spMkLst>
            <pc:docMk/>
            <pc:sldMk cId="0" sldId="265"/>
            <ac:spMk id="3" creationId="{00000000-0000-0000-0000-000000000000}"/>
          </ac:spMkLst>
        </pc:spChg>
      </pc:sldChg>
      <pc:sldChg chg="addSp delSp modSp mod">
        <pc:chgData name="Kusuma Palavalasa" userId="0f3179184e67c50a" providerId="LiveId" clId="{E55D3797-9EB6-460E-96BB-EA5D39F8528C}" dt="2025-04-30T09:06:25.536" v="1874" actId="113"/>
        <pc:sldMkLst>
          <pc:docMk/>
          <pc:sldMk cId="0" sldId="266"/>
        </pc:sldMkLst>
        <pc:spChg chg="mod">
          <ac:chgData name="Kusuma Palavalasa" userId="0f3179184e67c50a" providerId="LiveId" clId="{E55D3797-9EB6-460E-96BB-EA5D39F8528C}" dt="2025-04-30T09:06:25.536" v="1874" actId="113"/>
          <ac:spMkLst>
            <pc:docMk/>
            <pc:sldMk cId="0" sldId="266"/>
            <ac:spMk id="3" creationId="{00000000-0000-0000-0000-000000000000}"/>
          </ac:spMkLst>
        </pc:spChg>
      </pc:sldChg>
      <pc:sldChg chg="modSp mod">
        <pc:chgData name="Kusuma Palavalasa" userId="0f3179184e67c50a" providerId="LiveId" clId="{E55D3797-9EB6-460E-96BB-EA5D39F8528C}" dt="2025-04-30T09:06:17.099" v="1873" actId="113"/>
        <pc:sldMkLst>
          <pc:docMk/>
          <pc:sldMk cId="0" sldId="267"/>
        </pc:sldMkLst>
        <pc:spChg chg="mod">
          <ac:chgData name="Kusuma Palavalasa" userId="0f3179184e67c50a" providerId="LiveId" clId="{E55D3797-9EB6-460E-96BB-EA5D39F8528C}" dt="2025-04-27T12:42:48.910" v="1008" actId="255"/>
          <ac:spMkLst>
            <pc:docMk/>
            <pc:sldMk cId="0" sldId="267"/>
            <ac:spMk id="2" creationId="{00000000-0000-0000-0000-000000000000}"/>
          </ac:spMkLst>
        </pc:spChg>
        <pc:spChg chg="mod">
          <ac:chgData name="Kusuma Palavalasa" userId="0f3179184e67c50a" providerId="LiveId" clId="{E55D3797-9EB6-460E-96BB-EA5D39F8528C}" dt="2025-04-30T09:06:17.099" v="1873" actId="113"/>
          <ac:spMkLst>
            <pc:docMk/>
            <pc:sldMk cId="0" sldId="267"/>
            <ac:spMk id="3" creationId="{00000000-0000-0000-0000-000000000000}"/>
          </ac:spMkLst>
        </pc:spChg>
      </pc:sldChg>
      <pc:sldChg chg="addSp delSp modSp mod">
        <pc:chgData name="Kusuma Palavalasa" userId="0f3179184e67c50a" providerId="LiveId" clId="{E55D3797-9EB6-460E-96BB-EA5D39F8528C}" dt="2025-04-30T09:05:58.942" v="1871" actId="113"/>
        <pc:sldMkLst>
          <pc:docMk/>
          <pc:sldMk cId="0" sldId="268"/>
        </pc:sldMkLst>
        <pc:spChg chg="mod">
          <ac:chgData name="Kusuma Palavalasa" userId="0f3179184e67c50a" providerId="LiveId" clId="{E55D3797-9EB6-460E-96BB-EA5D39F8528C}" dt="2025-04-30T09:05:58.942" v="1871" actId="113"/>
          <ac:spMkLst>
            <pc:docMk/>
            <pc:sldMk cId="0" sldId="268"/>
            <ac:spMk id="2" creationId="{00000000-0000-0000-0000-000000000000}"/>
          </ac:spMkLst>
        </pc:spChg>
        <pc:spChg chg="mod">
          <ac:chgData name="Kusuma Palavalasa" userId="0f3179184e67c50a" providerId="LiveId" clId="{E55D3797-9EB6-460E-96BB-EA5D39F8528C}" dt="2025-04-27T12:54:11.485" v="1399" actId="255"/>
          <ac:spMkLst>
            <pc:docMk/>
            <pc:sldMk cId="0" sldId="268"/>
            <ac:spMk id="3" creationId="{00000000-0000-0000-0000-000000000000}"/>
          </ac:spMkLst>
        </pc:spChg>
      </pc:sldChg>
      <pc:sldChg chg="addSp delSp modSp mod">
        <pc:chgData name="Kusuma Palavalasa" userId="0f3179184e67c50a" providerId="LiveId" clId="{E55D3797-9EB6-460E-96BB-EA5D39F8528C}" dt="2025-04-28T16:32:50.822" v="1519" actId="207"/>
        <pc:sldMkLst>
          <pc:docMk/>
          <pc:sldMk cId="0" sldId="269"/>
        </pc:sldMkLst>
        <pc:spChg chg="mod">
          <ac:chgData name="Kusuma Palavalasa" userId="0f3179184e67c50a" providerId="LiveId" clId="{E55D3797-9EB6-460E-96BB-EA5D39F8528C}" dt="2025-04-28T16:32:50.822" v="1519" actId="207"/>
          <ac:spMkLst>
            <pc:docMk/>
            <pc:sldMk cId="0" sldId="269"/>
            <ac:spMk id="3" creationId="{00000000-0000-0000-0000-000000000000}"/>
          </ac:spMkLst>
        </pc:spChg>
        <pc:picChg chg="add mod">
          <ac:chgData name="Kusuma Palavalasa" userId="0f3179184e67c50a" providerId="LiveId" clId="{E55D3797-9EB6-460E-96BB-EA5D39F8528C}" dt="2025-04-28T16:27:16.972" v="1414" actId="14100"/>
          <ac:picMkLst>
            <pc:docMk/>
            <pc:sldMk cId="0" sldId="269"/>
            <ac:picMk id="8" creationId="{0B551451-8C9E-AD00-63BD-1F4CE42D02EE}"/>
          </ac:picMkLst>
        </pc:picChg>
      </pc:sldChg>
      <pc:sldChg chg="addSp delSp modSp mod">
        <pc:chgData name="Kusuma Palavalasa" userId="0f3179184e67c50a" providerId="LiveId" clId="{E55D3797-9EB6-460E-96BB-EA5D39F8528C}" dt="2025-04-28T16:32:44.117" v="1518" actId="207"/>
        <pc:sldMkLst>
          <pc:docMk/>
          <pc:sldMk cId="0" sldId="270"/>
        </pc:sldMkLst>
        <pc:spChg chg="mod">
          <ac:chgData name="Kusuma Palavalasa" userId="0f3179184e67c50a" providerId="LiveId" clId="{E55D3797-9EB6-460E-96BB-EA5D39F8528C}" dt="2025-04-28T16:32:44.117" v="1518" actId="207"/>
          <ac:spMkLst>
            <pc:docMk/>
            <pc:sldMk cId="0" sldId="270"/>
            <ac:spMk id="5" creationId="{00000000-0000-0000-0000-000000000000}"/>
          </ac:spMkLst>
        </pc:spChg>
        <pc:picChg chg="add mod">
          <ac:chgData name="Kusuma Palavalasa" userId="0f3179184e67c50a" providerId="LiveId" clId="{E55D3797-9EB6-460E-96BB-EA5D39F8528C}" dt="2025-04-28T16:28:09.328" v="1421" actId="14100"/>
          <ac:picMkLst>
            <pc:docMk/>
            <pc:sldMk cId="0" sldId="270"/>
            <ac:picMk id="9" creationId="{EA62B7B0-BF54-7BD4-76E8-A66B13ACEC12}"/>
          </ac:picMkLst>
        </pc:picChg>
      </pc:sldChg>
      <pc:sldChg chg="addSp delSp modSp mod">
        <pc:chgData name="Kusuma Palavalasa" userId="0f3179184e67c50a" providerId="LiveId" clId="{E55D3797-9EB6-460E-96BB-EA5D39F8528C}" dt="2025-04-28T16:32:36.586" v="1517" actId="207"/>
        <pc:sldMkLst>
          <pc:docMk/>
          <pc:sldMk cId="0" sldId="271"/>
        </pc:sldMkLst>
        <pc:spChg chg="mod">
          <ac:chgData name="Kusuma Palavalasa" userId="0f3179184e67c50a" providerId="LiveId" clId="{E55D3797-9EB6-460E-96BB-EA5D39F8528C}" dt="2025-04-28T16:32:36.586" v="1517" actId="207"/>
          <ac:spMkLst>
            <pc:docMk/>
            <pc:sldMk cId="0" sldId="271"/>
            <ac:spMk id="2" creationId="{00000000-0000-0000-0000-000000000000}"/>
          </ac:spMkLst>
        </pc:spChg>
        <pc:picChg chg="add mod">
          <ac:chgData name="Kusuma Palavalasa" userId="0f3179184e67c50a" providerId="LiveId" clId="{E55D3797-9EB6-460E-96BB-EA5D39F8528C}" dt="2025-04-28T16:29:34.535" v="1455" actId="14100"/>
          <ac:picMkLst>
            <pc:docMk/>
            <pc:sldMk cId="0" sldId="271"/>
            <ac:picMk id="7" creationId="{0E1EAFC7-12F8-0392-4C54-2BB58E0A2294}"/>
          </ac:picMkLst>
        </pc:picChg>
      </pc:sldChg>
      <pc:sldChg chg="addSp delSp modSp mod">
        <pc:chgData name="Kusuma Palavalasa" userId="0f3179184e67c50a" providerId="LiveId" clId="{E55D3797-9EB6-460E-96BB-EA5D39F8528C}" dt="2025-04-28T16:36:02.419" v="1553" actId="14100"/>
        <pc:sldMkLst>
          <pc:docMk/>
          <pc:sldMk cId="0" sldId="272"/>
        </pc:sldMkLst>
        <pc:spChg chg="add del mod">
          <ac:chgData name="Kusuma Palavalasa" userId="0f3179184e67c50a" providerId="LiveId" clId="{E55D3797-9EB6-460E-96BB-EA5D39F8528C}" dt="2025-04-28T16:35:57.729" v="1552" actId="1076"/>
          <ac:spMkLst>
            <pc:docMk/>
            <pc:sldMk cId="0" sldId="272"/>
            <ac:spMk id="5" creationId="{00000000-0000-0000-0000-000000000000}"/>
          </ac:spMkLst>
        </pc:spChg>
        <pc:picChg chg="add mod">
          <ac:chgData name="Kusuma Palavalasa" userId="0f3179184e67c50a" providerId="LiveId" clId="{E55D3797-9EB6-460E-96BB-EA5D39F8528C}" dt="2025-04-28T16:36:02.419" v="1553" actId="14100"/>
          <ac:picMkLst>
            <pc:docMk/>
            <pc:sldMk cId="0" sldId="272"/>
            <ac:picMk id="7" creationId="{D521FE71-1CDC-6203-001C-3F11DC0C4A46}"/>
          </ac:picMkLst>
        </pc:picChg>
      </pc:sldChg>
      <pc:sldChg chg="del">
        <pc:chgData name="Kusuma Palavalasa" userId="0f3179184e67c50a" providerId="LiveId" clId="{E55D3797-9EB6-460E-96BB-EA5D39F8528C}" dt="2025-04-28T16:36:07.935" v="1554" actId="2696"/>
        <pc:sldMkLst>
          <pc:docMk/>
          <pc:sldMk cId="0" sldId="273"/>
        </pc:sldMkLst>
      </pc:sldChg>
      <pc:sldChg chg="modSp mod">
        <pc:chgData name="Kusuma Palavalasa" userId="0f3179184e67c50a" providerId="LiveId" clId="{E55D3797-9EB6-460E-96BB-EA5D39F8528C}" dt="2025-04-30T09:05:44.605" v="1870" actId="113"/>
        <pc:sldMkLst>
          <pc:docMk/>
          <pc:sldMk cId="0" sldId="274"/>
        </pc:sldMkLst>
        <pc:spChg chg="mod">
          <ac:chgData name="Kusuma Palavalasa" userId="0f3179184e67c50a" providerId="LiveId" clId="{E55D3797-9EB6-460E-96BB-EA5D39F8528C}" dt="2025-04-15T17:07:43.725" v="516" actId="255"/>
          <ac:spMkLst>
            <pc:docMk/>
            <pc:sldMk cId="0" sldId="274"/>
            <ac:spMk id="2" creationId="{00000000-0000-0000-0000-000000000000}"/>
          </ac:spMkLst>
        </pc:spChg>
        <pc:spChg chg="mod">
          <ac:chgData name="Kusuma Palavalasa" userId="0f3179184e67c50a" providerId="LiveId" clId="{E55D3797-9EB6-460E-96BB-EA5D39F8528C}" dt="2025-04-30T09:05:44.605" v="1870" actId="113"/>
          <ac:spMkLst>
            <pc:docMk/>
            <pc:sldMk cId="0" sldId="274"/>
            <ac:spMk id="3" creationId="{00000000-0000-0000-0000-000000000000}"/>
          </ac:spMkLst>
        </pc:spChg>
      </pc:sldChg>
      <pc:sldChg chg="modSp mod">
        <pc:chgData name="Kusuma Palavalasa" userId="0f3179184e67c50a" providerId="LiveId" clId="{E55D3797-9EB6-460E-96BB-EA5D39F8528C}" dt="2025-04-30T09:29:41.168" v="1885" actId="255"/>
        <pc:sldMkLst>
          <pc:docMk/>
          <pc:sldMk cId="0" sldId="275"/>
        </pc:sldMkLst>
        <pc:spChg chg="mod">
          <ac:chgData name="Kusuma Palavalasa" userId="0f3179184e67c50a" providerId="LiveId" clId="{E55D3797-9EB6-460E-96BB-EA5D39F8528C}" dt="2025-04-30T09:29:41.168" v="1885" actId="255"/>
          <ac:spMkLst>
            <pc:docMk/>
            <pc:sldMk cId="0" sldId="275"/>
            <ac:spMk id="2" creationId="{00000000-0000-0000-0000-000000000000}"/>
          </ac:spMkLst>
        </pc:spChg>
        <pc:spChg chg="mod">
          <ac:chgData name="Kusuma Palavalasa" userId="0f3179184e67c50a" providerId="LiveId" clId="{E55D3797-9EB6-460E-96BB-EA5D39F8528C}" dt="2025-04-30T09:05:19.061" v="1867" actId="113"/>
          <ac:spMkLst>
            <pc:docMk/>
            <pc:sldMk cId="0" sldId="275"/>
            <ac:spMk id="3" creationId="{00000000-0000-0000-0000-000000000000}"/>
          </ac:spMkLst>
        </pc:spChg>
      </pc:sldChg>
      <pc:sldChg chg="addSp delSp modSp del mod">
        <pc:chgData name="Kusuma Palavalasa" userId="0f3179184e67c50a" providerId="LiveId" clId="{E55D3797-9EB6-460E-96BB-EA5D39F8528C}" dt="2025-04-30T08:52:16.494" v="1646" actId="2696"/>
        <pc:sldMkLst>
          <pc:docMk/>
          <pc:sldMk cId="0" sldId="276"/>
        </pc:sldMkLst>
      </pc:sldChg>
      <pc:sldChg chg="add del">
        <pc:chgData name="Kusuma Palavalasa" userId="0f3179184e67c50a" providerId="LiveId" clId="{E55D3797-9EB6-460E-96BB-EA5D39F8528C}" dt="2025-04-30T08:54:31.499" v="1705" actId="2696"/>
        <pc:sldMkLst>
          <pc:docMk/>
          <pc:sldMk cId="3491106867" sldId="276"/>
        </pc:sldMkLst>
      </pc:sldChg>
      <pc:sldChg chg="modSp mod">
        <pc:chgData name="Kusuma Palavalasa" userId="0f3179184e67c50a" providerId="LiveId" clId="{E55D3797-9EB6-460E-96BB-EA5D39F8528C}" dt="2025-04-15T17:08:22.750" v="520" actId="207"/>
        <pc:sldMkLst>
          <pc:docMk/>
          <pc:sldMk cId="0" sldId="277"/>
        </pc:sldMkLst>
        <pc:spChg chg="mod">
          <ac:chgData name="Kusuma Palavalasa" userId="0f3179184e67c50a" providerId="LiveId" clId="{E55D3797-9EB6-460E-96BB-EA5D39F8528C}" dt="2025-04-15T17:08:22.750" v="520" actId="207"/>
          <ac:spMkLst>
            <pc:docMk/>
            <pc:sldMk cId="0" sldId="277"/>
            <ac:spMk id="2" creationId="{00000000-0000-0000-0000-000000000000}"/>
          </ac:spMkLst>
        </pc:spChg>
      </pc:sldChg>
      <pc:sldChg chg="modSp new mod">
        <pc:chgData name="Kusuma Palavalasa" userId="0f3179184e67c50a" providerId="LiveId" clId="{E55D3797-9EB6-460E-96BB-EA5D39F8528C}" dt="2025-04-30T09:06:48.083" v="1877" actId="113"/>
        <pc:sldMkLst>
          <pc:docMk/>
          <pc:sldMk cId="2039075400" sldId="278"/>
        </pc:sldMkLst>
        <pc:spChg chg="mod">
          <ac:chgData name="Kusuma Palavalasa" userId="0f3179184e67c50a" providerId="LiveId" clId="{E55D3797-9EB6-460E-96BB-EA5D39F8528C}" dt="2025-04-30T09:06:48.083" v="1877" actId="113"/>
          <ac:spMkLst>
            <pc:docMk/>
            <pc:sldMk cId="2039075400" sldId="278"/>
            <ac:spMk id="2" creationId="{EBBB4637-2AF4-B875-CB3C-F30CBF609F7C}"/>
          </ac:spMkLst>
        </pc:spChg>
        <pc:spChg chg="mod">
          <ac:chgData name="Kusuma Palavalasa" userId="0f3179184e67c50a" providerId="LiveId" clId="{E55D3797-9EB6-460E-96BB-EA5D39F8528C}" dt="2025-04-20T13:57:02.755" v="744" actId="255"/>
          <ac:spMkLst>
            <pc:docMk/>
            <pc:sldMk cId="2039075400" sldId="278"/>
            <ac:spMk id="3" creationId="{BBCCFFC1-07EA-834B-2107-C13DEAFEF94B}"/>
          </ac:spMkLst>
        </pc:spChg>
      </pc:sldChg>
      <pc:sldChg chg="modSp new mod">
        <pc:chgData name="Kusuma Palavalasa" userId="0f3179184e67c50a" providerId="LiveId" clId="{E55D3797-9EB6-460E-96BB-EA5D39F8528C}" dt="2025-04-20T13:57:15.691" v="746" actId="255"/>
        <pc:sldMkLst>
          <pc:docMk/>
          <pc:sldMk cId="1422566201" sldId="279"/>
        </pc:sldMkLst>
        <pc:spChg chg="mod">
          <ac:chgData name="Kusuma Palavalasa" userId="0f3179184e67c50a" providerId="LiveId" clId="{E55D3797-9EB6-460E-96BB-EA5D39F8528C}" dt="2025-04-15T17:02:24.672" v="491" actId="27636"/>
          <ac:spMkLst>
            <pc:docMk/>
            <pc:sldMk cId="1422566201" sldId="279"/>
            <ac:spMk id="2" creationId="{66A6DCC1-E9D3-D7A2-79F4-0FEFAC2DCB1B}"/>
          </ac:spMkLst>
        </pc:spChg>
        <pc:spChg chg="mod">
          <ac:chgData name="Kusuma Palavalasa" userId="0f3179184e67c50a" providerId="LiveId" clId="{E55D3797-9EB6-460E-96BB-EA5D39F8528C}" dt="2025-04-20T13:57:15.691" v="746" actId="255"/>
          <ac:spMkLst>
            <pc:docMk/>
            <pc:sldMk cId="1422566201" sldId="279"/>
            <ac:spMk id="3" creationId="{E4E9FF1F-C80C-A69F-105A-6E155BC19209}"/>
          </ac:spMkLst>
        </pc:spChg>
      </pc:sldChg>
      <pc:sldChg chg="modSp new del mod">
        <pc:chgData name="Kusuma Palavalasa" userId="0f3179184e67c50a" providerId="LiveId" clId="{E55D3797-9EB6-460E-96BB-EA5D39F8528C}" dt="2025-04-30T08:54:45.659" v="1706" actId="2696"/>
        <pc:sldMkLst>
          <pc:docMk/>
          <pc:sldMk cId="754867571" sldId="280"/>
        </pc:sldMkLst>
      </pc:sldChg>
      <pc:sldChg chg="modSp new mod">
        <pc:chgData name="Kusuma Palavalasa" userId="0f3179184e67c50a" providerId="LiveId" clId="{E55D3797-9EB6-460E-96BB-EA5D39F8528C}" dt="2025-04-30T09:05:33.498" v="1869" actId="14100"/>
        <pc:sldMkLst>
          <pc:docMk/>
          <pc:sldMk cId="2014748914" sldId="280"/>
        </pc:sldMkLst>
        <pc:spChg chg="mod">
          <ac:chgData name="Kusuma Palavalasa" userId="0f3179184e67c50a" providerId="LiveId" clId="{E55D3797-9EB6-460E-96BB-EA5D39F8528C}" dt="2025-04-30T09:05:33.498" v="1869" actId="14100"/>
          <ac:spMkLst>
            <pc:docMk/>
            <pc:sldMk cId="2014748914" sldId="280"/>
            <ac:spMk id="2" creationId="{419D9BD5-0D1F-95F1-84BC-C47BD598EEEB}"/>
          </ac:spMkLst>
        </pc:spChg>
        <pc:spChg chg="mod">
          <ac:chgData name="Kusuma Palavalasa" userId="0f3179184e67c50a" providerId="LiveId" clId="{E55D3797-9EB6-460E-96BB-EA5D39F8528C}" dt="2025-04-30T09:05:06.549" v="1866" actId="27636"/>
          <ac:spMkLst>
            <pc:docMk/>
            <pc:sldMk cId="2014748914" sldId="280"/>
            <ac:spMk id="3" creationId="{C516EDFD-99DF-FCDF-B417-1D08CE4C5256}"/>
          </ac:spMkLst>
        </pc:spChg>
      </pc:sldChg>
      <pc:sldChg chg="new del">
        <pc:chgData name="Kusuma Palavalasa" userId="0f3179184e67c50a" providerId="LiveId" clId="{E55D3797-9EB6-460E-96BB-EA5D39F8528C}" dt="2025-04-28T16:23:34.209" v="1402" actId="2696"/>
        <pc:sldMkLst>
          <pc:docMk/>
          <pc:sldMk cId="2742896089" sldId="280"/>
        </pc:sldMkLst>
      </pc:sldChg>
      <pc:sldChg chg="add del">
        <pc:chgData name="Kusuma Palavalasa" userId="0f3179184e67c50a" providerId="LiveId" clId="{E55D3797-9EB6-460E-96BB-EA5D39F8528C}" dt="2025-04-30T08:54:26.615" v="1704" actId="2696"/>
        <pc:sldMkLst>
          <pc:docMk/>
          <pc:sldMk cId="1238280740" sldId="281"/>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257175"/>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5180013" y="0"/>
            <a:ext cx="3962400" cy="257175"/>
          </a:xfrm>
          <a:prstGeom prst="rect">
            <a:avLst/>
          </a:prstGeom>
        </p:spPr>
        <p:txBody>
          <a:bodyPr vert="horz" lIns="91440" tIns="45720" rIns="91440" bIns="45720" rtlCol="0"/>
          <a:lstStyle>
            <a:lvl1pPr algn="r">
              <a:defRPr sz="1200"/>
            </a:lvl1pPr>
          </a:lstStyle>
          <a:p>
            <a:fld id="{600D1B80-0D98-4985-80C6-D0855E96B538}" type="datetimeFigureOut">
              <a:rPr lang="en-IN" smtClean="0"/>
              <a:t>30-05-2025</a:t>
            </a:fld>
            <a:endParaRPr lang="en-IN"/>
          </a:p>
        </p:txBody>
      </p:sp>
      <p:sp>
        <p:nvSpPr>
          <p:cNvPr id="4" name="Slide Image Placeholder 3"/>
          <p:cNvSpPr>
            <a:spLocks noGrp="1" noRot="1" noChangeAspect="1"/>
          </p:cNvSpPr>
          <p:nvPr>
            <p:ph type="sldImg" idx="2"/>
          </p:nvPr>
        </p:nvSpPr>
        <p:spPr>
          <a:xfrm>
            <a:off x="3028950" y="642938"/>
            <a:ext cx="3086100" cy="173672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914400" y="2474913"/>
            <a:ext cx="7315200" cy="20256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4886325"/>
            <a:ext cx="3962400" cy="257175"/>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5180013" y="4886325"/>
            <a:ext cx="3962400" cy="257175"/>
          </a:xfrm>
          <a:prstGeom prst="rect">
            <a:avLst/>
          </a:prstGeom>
        </p:spPr>
        <p:txBody>
          <a:bodyPr vert="horz" lIns="91440" tIns="45720" rIns="91440" bIns="45720" rtlCol="0" anchor="b"/>
          <a:lstStyle>
            <a:lvl1pPr algn="r">
              <a:defRPr sz="1200"/>
            </a:lvl1pPr>
          </a:lstStyle>
          <a:p>
            <a:fld id="{060FD8D1-5547-4685-9025-2A70B9E26F70}" type="slidenum">
              <a:rPr lang="en-IN" smtClean="0"/>
              <a:t>‹#›</a:t>
            </a:fld>
            <a:endParaRPr lang="en-IN"/>
          </a:p>
        </p:txBody>
      </p:sp>
    </p:spTree>
    <p:extLst>
      <p:ext uri="{BB962C8B-B14F-4D97-AF65-F5344CB8AC3E}">
        <p14:creationId xmlns:p14="http://schemas.microsoft.com/office/powerpoint/2010/main" val="541786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060FD8D1-5547-4685-9025-2A70B9E26F70}" type="slidenum">
              <a:rPr lang="en-IN" smtClean="0"/>
              <a:t>4</a:t>
            </a:fld>
            <a:endParaRPr lang="en-IN"/>
          </a:p>
        </p:txBody>
      </p:sp>
    </p:spTree>
    <p:extLst>
      <p:ext uri="{BB962C8B-B14F-4D97-AF65-F5344CB8AC3E}">
        <p14:creationId xmlns:p14="http://schemas.microsoft.com/office/powerpoint/2010/main" val="251595741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3">
        <a:schemeClr val="bg2"/>
      </p:bgRef>
    </p:bg>
    <p:spTree>
      <p:nvGrpSpPr>
        <p:cNvPr id="1" name=""/>
        <p:cNvGrpSpPr/>
        <p:nvPr/>
      </p:nvGrpSpPr>
      <p:grpSpPr>
        <a:xfrm>
          <a:off x="0" y="0"/>
          <a:ext cx="0" cy="0"/>
          <a:chOff x="0" y="0"/>
          <a:chExt cx="0" cy="0"/>
        </a:xfrm>
      </p:grpSpPr>
      <p:pic>
        <p:nvPicPr>
          <p:cNvPr id="7" name="Picture 6" descr="Celestia-R1---OverlayTitle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1619" cy="5142161"/>
          </a:xfrm>
          <a:prstGeom prst="rect">
            <a:avLst/>
          </a:prstGeom>
        </p:spPr>
      </p:pic>
      <p:sp>
        <p:nvSpPr>
          <p:cNvPr id="2" name="Title 1"/>
          <p:cNvSpPr>
            <a:spLocks noGrp="1"/>
          </p:cNvSpPr>
          <p:nvPr>
            <p:ph type="ctrTitle"/>
          </p:nvPr>
        </p:nvSpPr>
        <p:spPr>
          <a:xfrm>
            <a:off x="2971799" y="1473200"/>
            <a:ext cx="5398295" cy="1816098"/>
          </a:xfrm>
        </p:spPr>
        <p:txBody>
          <a:bodyPr anchor="b">
            <a:normAutofit/>
          </a:bodyPr>
          <a:lstStyle>
            <a:lvl1pPr algn="r">
              <a:defRPr sz="3600">
                <a:effectLst/>
              </a:defRPr>
            </a:lvl1pPr>
          </a:lstStyle>
          <a:p>
            <a:r>
              <a:rPr lang="en-US"/>
              <a:t>Click to edit Master title style</a:t>
            </a:r>
          </a:p>
        </p:txBody>
      </p:sp>
      <p:sp>
        <p:nvSpPr>
          <p:cNvPr id="3" name="Subtitle 2"/>
          <p:cNvSpPr>
            <a:spLocks noGrp="1"/>
          </p:cNvSpPr>
          <p:nvPr>
            <p:ph type="subTitle" idx="1"/>
          </p:nvPr>
        </p:nvSpPr>
        <p:spPr>
          <a:xfrm>
            <a:off x="2971799" y="3289300"/>
            <a:ext cx="5398295" cy="1054100"/>
          </a:xfrm>
        </p:spPr>
        <p:txBody>
          <a:bodyPr anchor="t">
            <a:normAutofit/>
          </a:bodyPr>
          <a:lstStyle>
            <a:lvl1pPr marL="0" indent="0" algn="r">
              <a:buNone/>
              <a:defRPr sz="1350" cap="all">
                <a:solidFill>
                  <a:schemeClr val="tx1"/>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a:xfrm>
            <a:off x="6699419" y="4402932"/>
            <a:ext cx="1200150" cy="283369"/>
          </a:xfrm>
        </p:spPr>
        <p:txBody>
          <a:bodyPr/>
          <a:lstStyle/>
          <a:p>
            <a:fld id="{1D8BD707-D9CF-40AE-B4C6-C98DA3205C09}" type="datetimeFigureOut">
              <a:rPr lang="en-US" smtClean="0"/>
              <a:t>5/30/2025</a:t>
            </a:fld>
            <a:endParaRPr lang="en-US"/>
          </a:p>
        </p:txBody>
      </p:sp>
      <p:sp>
        <p:nvSpPr>
          <p:cNvPr id="5" name="Footer Placeholder 4"/>
          <p:cNvSpPr>
            <a:spLocks noGrp="1"/>
          </p:cNvSpPr>
          <p:nvPr>
            <p:ph type="ftr" sz="quarter" idx="11"/>
          </p:nvPr>
        </p:nvSpPr>
        <p:spPr>
          <a:xfrm>
            <a:off x="2971799" y="4402932"/>
            <a:ext cx="3670469" cy="283369"/>
          </a:xfrm>
        </p:spPr>
        <p:txBody>
          <a:bodyPr/>
          <a:lstStyle/>
          <a:p>
            <a:endParaRPr lang="en-IN"/>
          </a:p>
        </p:txBody>
      </p:sp>
      <p:sp>
        <p:nvSpPr>
          <p:cNvPr id="6" name="Slide Number Placeholder 5"/>
          <p:cNvSpPr>
            <a:spLocks noGrp="1"/>
          </p:cNvSpPr>
          <p:nvPr>
            <p:ph type="sldNum" sz="quarter" idx="12"/>
          </p:nvPr>
        </p:nvSpPr>
        <p:spPr>
          <a:xfrm>
            <a:off x="7956719" y="4402932"/>
            <a:ext cx="413375" cy="283369"/>
          </a:xfrm>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4118039212"/>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1619" cy="5142161"/>
          </a:xfrm>
          <a:prstGeom prst="rect">
            <a:avLst/>
          </a:prstGeom>
        </p:spPr>
      </p:pic>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5/30/2025</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9746247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1619" cy="5142161"/>
          </a:xfrm>
          <a:prstGeom prst="rect">
            <a:avLst/>
          </a:prstGeom>
        </p:spPr>
      </p:pic>
      <p:sp>
        <p:nvSpPr>
          <p:cNvPr id="2" name="Title 1"/>
          <p:cNvSpPr>
            <a:spLocks noGrp="1"/>
          </p:cNvSpPr>
          <p:nvPr>
            <p:ph type="title"/>
          </p:nvPr>
        </p:nvSpPr>
        <p:spPr>
          <a:xfrm>
            <a:off x="514351" y="2481436"/>
            <a:ext cx="7598570" cy="1101600"/>
          </a:xfrm>
        </p:spPr>
        <p:txBody>
          <a:bodyPr anchor="b"/>
          <a:lstStyle>
            <a:lvl1pPr algn="l">
              <a:defRPr sz="3000" b="0" cap="all"/>
            </a:lvl1pPr>
          </a:lstStyle>
          <a:p>
            <a:r>
              <a:rPr lang="en-US"/>
              <a:t>Click to edit Master title style</a:t>
            </a:r>
          </a:p>
        </p:txBody>
      </p:sp>
      <p:sp>
        <p:nvSpPr>
          <p:cNvPr id="3" name="Text Placeholder 2"/>
          <p:cNvSpPr>
            <a:spLocks noGrp="1"/>
          </p:cNvSpPr>
          <p:nvPr>
            <p:ph type="body" idx="1"/>
          </p:nvPr>
        </p:nvSpPr>
        <p:spPr>
          <a:xfrm>
            <a:off x="514349" y="3583036"/>
            <a:ext cx="7598571" cy="645300"/>
          </a:xfrm>
        </p:spPr>
        <p:txBody>
          <a:bodyPr anchor="t">
            <a:normAutofit/>
          </a:bodyPr>
          <a:lstStyle>
            <a:lvl1pPr marL="0" indent="0" algn="l">
              <a:buNone/>
              <a:defRPr sz="1500" cap="all">
                <a:solidFill>
                  <a:schemeClr val="tx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5/30/2025</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35972734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1619" cy="5142161"/>
          </a:xfrm>
          <a:prstGeom prst="rect">
            <a:avLst/>
          </a:prstGeom>
        </p:spPr>
      </p:pic>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514351" y="1606550"/>
            <a:ext cx="3746501" cy="273685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366421" y="1606551"/>
            <a:ext cx="3746499" cy="273685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t>5/30/2025</a:t>
            </a:fld>
            <a:endParaRPr lang="en-US"/>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7473589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730252" y="1663700"/>
            <a:ext cx="3531791" cy="432197"/>
          </a:xfrm>
        </p:spPr>
        <p:txBody>
          <a:bodyPr anchor="b">
            <a:noAutofit/>
          </a:bodyPr>
          <a:lstStyle>
            <a:lvl1pPr marL="0" indent="0">
              <a:buNone/>
              <a:defRPr sz="2100" b="0"/>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514351" y="2152651"/>
            <a:ext cx="3747692" cy="219074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572003" y="1670050"/>
            <a:ext cx="3542110" cy="432197"/>
          </a:xfrm>
        </p:spPr>
        <p:txBody>
          <a:bodyPr anchor="b">
            <a:noAutofit/>
          </a:bodyPr>
          <a:lstStyle>
            <a:lvl1pPr marL="0" indent="0">
              <a:buNone/>
              <a:defRPr sz="2100" b="0"/>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367612" y="2152651"/>
            <a:ext cx="3746501" cy="219074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t>5/30/2025</a:t>
            </a:fld>
            <a:endParaRPr lang="en-US"/>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42300275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1619" cy="5142161"/>
          </a:xfrm>
          <a:prstGeom prst="rect">
            <a:avLst/>
          </a:prstGeom>
        </p:spPr>
      </p:pic>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t>5/30/2025</a:t>
            </a:fld>
            <a:endParaRPr lang="en-US"/>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41463559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1619" cy="5142161"/>
          </a:xfrm>
          <a:prstGeom prst="rect">
            <a:avLst/>
          </a:prstGeom>
        </p:spPr>
      </p:pic>
      <p:sp>
        <p:nvSpPr>
          <p:cNvPr id="2" name="Date Placeholder 1"/>
          <p:cNvSpPr>
            <a:spLocks noGrp="1"/>
          </p:cNvSpPr>
          <p:nvPr>
            <p:ph type="dt" sz="half" idx="10"/>
          </p:nvPr>
        </p:nvSpPr>
        <p:spPr/>
        <p:txBody>
          <a:bodyPr/>
          <a:lstStyle/>
          <a:p>
            <a:fld id="{1D8BD707-D9CF-40AE-B4C6-C98DA3205C09}" type="datetimeFigureOut">
              <a:rPr lang="en-US" smtClean="0"/>
              <a:t>5/30/2025</a:t>
            </a:fld>
            <a:endParaRPr lang="en-US"/>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38022246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1619" cy="5142161"/>
          </a:xfrm>
          <a:prstGeom prst="rect">
            <a:avLst/>
          </a:prstGeom>
        </p:spPr>
      </p:pic>
      <p:sp>
        <p:nvSpPr>
          <p:cNvPr id="2" name="Title 1"/>
          <p:cNvSpPr>
            <a:spLocks noGrp="1"/>
          </p:cNvSpPr>
          <p:nvPr>
            <p:ph type="title"/>
          </p:nvPr>
        </p:nvSpPr>
        <p:spPr>
          <a:xfrm>
            <a:off x="514350" y="1555750"/>
            <a:ext cx="2760664" cy="1028700"/>
          </a:xfrm>
        </p:spPr>
        <p:txBody>
          <a:bodyPr anchor="b">
            <a:normAutofit/>
          </a:bodyPr>
          <a:lstStyle>
            <a:lvl1pPr algn="l">
              <a:defRPr sz="1800" b="0"/>
            </a:lvl1pPr>
          </a:lstStyle>
          <a:p>
            <a:r>
              <a:rPr lang="en-US"/>
              <a:t>Click to edit Master title style</a:t>
            </a:r>
          </a:p>
        </p:txBody>
      </p:sp>
      <p:sp>
        <p:nvSpPr>
          <p:cNvPr id="3" name="Content Placeholder 2"/>
          <p:cNvSpPr>
            <a:spLocks noGrp="1"/>
          </p:cNvSpPr>
          <p:nvPr>
            <p:ph idx="1"/>
          </p:nvPr>
        </p:nvSpPr>
        <p:spPr>
          <a:xfrm>
            <a:off x="3486151" y="457201"/>
            <a:ext cx="4626770" cy="38862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514350" y="2584450"/>
            <a:ext cx="2760664" cy="1371600"/>
          </a:xfrm>
        </p:spPr>
        <p:txBody>
          <a:bodyPr anchor="t">
            <a:normAutofit/>
          </a:bodyPr>
          <a:lstStyle>
            <a:lvl1pPr marL="0" indent="0">
              <a:buNone/>
              <a:defRPr sz="12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5/30/2025</a:t>
            </a:fld>
            <a:endParaRPr lang="en-US"/>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26990294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1619" cy="5142161"/>
          </a:xfrm>
          <a:prstGeom prst="rect">
            <a:avLst/>
          </a:prstGeom>
        </p:spPr>
      </p:pic>
      <p:sp>
        <p:nvSpPr>
          <p:cNvPr id="2" name="Title 1"/>
          <p:cNvSpPr>
            <a:spLocks noGrp="1"/>
          </p:cNvSpPr>
          <p:nvPr>
            <p:ph type="title"/>
          </p:nvPr>
        </p:nvSpPr>
        <p:spPr>
          <a:xfrm>
            <a:off x="514350" y="1200150"/>
            <a:ext cx="4623490" cy="1028700"/>
          </a:xfrm>
        </p:spPr>
        <p:txBody>
          <a:bodyPr anchor="b">
            <a:normAutofit/>
          </a:bodyPr>
          <a:lstStyle>
            <a:lvl1pPr algn="l">
              <a:defRPr sz="2100" b="0"/>
            </a:lvl1pPr>
          </a:lstStyle>
          <a:p>
            <a:r>
              <a:rPr lang="en-US"/>
              <a:t>Click to edit Master title style</a:t>
            </a:r>
          </a:p>
        </p:txBody>
      </p:sp>
      <p:sp>
        <p:nvSpPr>
          <p:cNvPr id="14" name="Picture Placeholder 2"/>
          <p:cNvSpPr>
            <a:spLocks noGrp="1" noChangeAspect="1"/>
          </p:cNvSpPr>
          <p:nvPr>
            <p:ph type="pic" idx="1"/>
          </p:nvPr>
        </p:nvSpPr>
        <p:spPr>
          <a:xfrm>
            <a:off x="5652190" y="685800"/>
            <a:ext cx="2460731" cy="3429000"/>
          </a:xfrm>
          <a:prstGeom prst="roundRect">
            <a:avLst>
              <a:gd name="adj" fmla="val 42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p>
        </p:txBody>
      </p:sp>
      <p:sp>
        <p:nvSpPr>
          <p:cNvPr id="4" name="Text Placeholder 3"/>
          <p:cNvSpPr>
            <a:spLocks noGrp="1"/>
          </p:cNvSpPr>
          <p:nvPr>
            <p:ph type="body" sz="half" idx="2"/>
          </p:nvPr>
        </p:nvSpPr>
        <p:spPr>
          <a:xfrm>
            <a:off x="514350" y="2228850"/>
            <a:ext cx="4623490" cy="1371600"/>
          </a:xfrm>
        </p:spPr>
        <p:txBody>
          <a:bodyPr anchor="t">
            <a:normAutofit/>
          </a:bodyPr>
          <a:lstStyle>
            <a:lvl1pPr marL="0" indent="0">
              <a:buNone/>
              <a:defRPr sz="13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5/30/2025</a:t>
            </a:fld>
            <a:endParaRPr lang="en-US"/>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12181324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1619" cy="5142161"/>
          </a:xfrm>
          <a:prstGeom prst="rect">
            <a:avLst/>
          </a:prstGeom>
        </p:spPr>
      </p:pic>
      <p:sp>
        <p:nvSpPr>
          <p:cNvPr id="2" name="Title 1"/>
          <p:cNvSpPr>
            <a:spLocks noGrp="1"/>
          </p:cNvSpPr>
          <p:nvPr>
            <p:ph type="title"/>
          </p:nvPr>
        </p:nvSpPr>
        <p:spPr>
          <a:xfrm>
            <a:off x="514351" y="3549649"/>
            <a:ext cx="7598570" cy="425054"/>
          </a:xfrm>
        </p:spPr>
        <p:txBody>
          <a:bodyPr anchor="b">
            <a:normAutofit/>
          </a:bodyPr>
          <a:lstStyle>
            <a:lvl1pPr algn="l">
              <a:defRPr sz="1800" b="0"/>
            </a:lvl1pPr>
          </a:lstStyle>
          <a:p>
            <a:r>
              <a:rPr lang="en-US"/>
              <a:t>Click to edit Master title style</a:t>
            </a:r>
          </a:p>
        </p:txBody>
      </p:sp>
      <p:sp>
        <p:nvSpPr>
          <p:cNvPr id="3" name="Picture Placeholder 2"/>
          <p:cNvSpPr>
            <a:spLocks noGrp="1" noChangeAspect="1"/>
          </p:cNvSpPr>
          <p:nvPr>
            <p:ph type="pic" idx="1"/>
          </p:nvPr>
        </p:nvSpPr>
        <p:spPr>
          <a:xfrm>
            <a:off x="1028701" y="699084"/>
            <a:ext cx="6569870" cy="2373732"/>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p>
        </p:txBody>
      </p:sp>
      <p:sp>
        <p:nvSpPr>
          <p:cNvPr id="4" name="Text Placeholder 3"/>
          <p:cNvSpPr>
            <a:spLocks noGrp="1"/>
          </p:cNvSpPr>
          <p:nvPr>
            <p:ph type="body" sz="half" idx="2"/>
          </p:nvPr>
        </p:nvSpPr>
        <p:spPr>
          <a:xfrm>
            <a:off x="514351" y="3974702"/>
            <a:ext cx="7598570" cy="370284"/>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5/30/2025</a:t>
            </a:fld>
            <a:endParaRPr lang="en-US"/>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9739464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1619" cy="5142161"/>
          </a:xfrm>
          <a:prstGeom prst="rect">
            <a:avLst/>
          </a:prstGeom>
        </p:spPr>
      </p:pic>
      <p:sp>
        <p:nvSpPr>
          <p:cNvPr id="2" name="Title 1"/>
          <p:cNvSpPr>
            <a:spLocks noGrp="1"/>
          </p:cNvSpPr>
          <p:nvPr>
            <p:ph type="title"/>
          </p:nvPr>
        </p:nvSpPr>
        <p:spPr>
          <a:xfrm>
            <a:off x="514351" y="457201"/>
            <a:ext cx="7598570" cy="2343149"/>
          </a:xfrm>
        </p:spPr>
        <p:txBody>
          <a:bodyPr anchor="ctr">
            <a:normAutofit/>
          </a:bodyPr>
          <a:lstStyle>
            <a:lvl1pPr algn="l">
              <a:defRPr sz="2400" b="0" cap="none"/>
            </a:lvl1pPr>
          </a:lstStyle>
          <a:p>
            <a:r>
              <a:rPr lang="en-US"/>
              <a:t>Click to edit Master title style</a:t>
            </a:r>
          </a:p>
        </p:txBody>
      </p:sp>
      <p:sp>
        <p:nvSpPr>
          <p:cNvPr id="3" name="Text Placeholder 2"/>
          <p:cNvSpPr>
            <a:spLocks noGrp="1"/>
          </p:cNvSpPr>
          <p:nvPr>
            <p:ph type="body" idx="1"/>
          </p:nvPr>
        </p:nvSpPr>
        <p:spPr>
          <a:xfrm>
            <a:off x="514350" y="3257550"/>
            <a:ext cx="7598571" cy="1085850"/>
          </a:xfrm>
        </p:spPr>
        <p:txBody>
          <a:bodyPr anchor="ctr">
            <a:normAutofit/>
          </a:bodyPr>
          <a:lstStyle>
            <a:lvl1pPr marL="0" indent="0" algn="l">
              <a:buNone/>
              <a:defRPr sz="1500">
                <a:solidFill>
                  <a:schemeClr val="tx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5/30/2025</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188499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6" name="Picture 1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1619" cy="5142161"/>
          </a:xfrm>
          <a:prstGeom prst="rect">
            <a:avLst/>
          </a:prstGeom>
        </p:spPr>
      </p:pic>
      <p:sp>
        <p:nvSpPr>
          <p:cNvPr id="15" name="TextBox 14"/>
          <p:cNvSpPr txBox="1"/>
          <p:nvPr/>
        </p:nvSpPr>
        <p:spPr>
          <a:xfrm>
            <a:off x="7678400" y="2057400"/>
            <a:ext cx="457200" cy="438582"/>
          </a:xfrm>
          <a:prstGeom prst="rect">
            <a:avLst/>
          </a:prstGeom>
        </p:spPr>
        <p:txBody>
          <a:bodyPr vert="horz" lIns="68580" tIns="34290" rIns="68580" bIns="3429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6000">
                <a:solidFill>
                  <a:schemeClr val="tx1"/>
                </a:solidFill>
                <a:effectLst/>
              </a:rPr>
              <a:t>”</a:t>
            </a:r>
          </a:p>
        </p:txBody>
      </p:sp>
      <p:sp>
        <p:nvSpPr>
          <p:cNvPr id="11" name="TextBox 10"/>
          <p:cNvSpPr txBox="1"/>
          <p:nvPr/>
        </p:nvSpPr>
        <p:spPr>
          <a:xfrm>
            <a:off x="366206" y="617503"/>
            <a:ext cx="457200" cy="438582"/>
          </a:xfrm>
          <a:prstGeom prst="rect">
            <a:avLst/>
          </a:prstGeom>
        </p:spPr>
        <p:txBody>
          <a:bodyPr vert="horz" lIns="68580" tIns="34290" rIns="68580" bIns="3429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6000">
                <a:solidFill>
                  <a:schemeClr val="tx1"/>
                </a:solidFill>
                <a:effectLst/>
              </a:rPr>
              <a:t>“</a:t>
            </a:r>
          </a:p>
        </p:txBody>
      </p:sp>
      <p:sp>
        <p:nvSpPr>
          <p:cNvPr id="2" name="Title 1"/>
          <p:cNvSpPr>
            <a:spLocks noGrp="1"/>
          </p:cNvSpPr>
          <p:nvPr>
            <p:ph type="title"/>
          </p:nvPr>
        </p:nvSpPr>
        <p:spPr>
          <a:xfrm>
            <a:off x="744201" y="457201"/>
            <a:ext cx="7162799" cy="2057399"/>
          </a:xfrm>
        </p:spPr>
        <p:txBody>
          <a:bodyPr anchor="ctr">
            <a:normAutofit/>
          </a:bodyPr>
          <a:lstStyle>
            <a:lvl1pPr algn="l">
              <a:defRPr sz="2400" b="0" cap="none">
                <a:solidFill>
                  <a:schemeClr val="tx1"/>
                </a:solidFill>
              </a:defRPr>
            </a:lvl1pPr>
          </a:lstStyle>
          <a:p>
            <a:r>
              <a:rPr lang="en-US"/>
              <a:t>Click to edit Master title style</a:t>
            </a:r>
          </a:p>
        </p:txBody>
      </p:sp>
      <p:sp>
        <p:nvSpPr>
          <p:cNvPr id="10" name="Text Placeholder 9"/>
          <p:cNvSpPr>
            <a:spLocks noGrp="1"/>
          </p:cNvSpPr>
          <p:nvPr>
            <p:ph type="body" sz="quarter" idx="13"/>
          </p:nvPr>
        </p:nvSpPr>
        <p:spPr>
          <a:xfrm>
            <a:off x="823406" y="2514600"/>
            <a:ext cx="7004388" cy="285750"/>
          </a:xfrm>
        </p:spPr>
        <p:txBody>
          <a:bodyPr anchor="ctr"/>
          <a:lstStyle>
            <a:lvl1pPr marL="0" indent="0">
              <a:buFontTx/>
              <a:buNone/>
              <a:defRPr/>
            </a:lvl1pPr>
            <a:lvl2pPr marL="342900" indent="0">
              <a:buFontTx/>
              <a:buNone/>
              <a:defRPr/>
            </a:lvl2pPr>
            <a:lvl3pPr marL="685800" indent="0">
              <a:buFontTx/>
              <a:buNone/>
              <a:defRPr/>
            </a:lvl3pPr>
            <a:lvl4pPr marL="1028700" indent="0">
              <a:buFontTx/>
              <a:buNone/>
              <a:defRPr/>
            </a:lvl4pPr>
            <a:lvl5pPr marL="1371600" indent="0">
              <a:buFontTx/>
              <a:buNone/>
              <a:defRPr/>
            </a:lvl5pPr>
          </a:lstStyle>
          <a:p>
            <a:pPr lvl="0"/>
            <a:r>
              <a:rPr lang="en-US"/>
              <a:t>Click to edit Master text styles</a:t>
            </a:r>
          </a:p>
        </p:txBody>
      </p:sp>
      <p:sp>
        <p:nvSpPr>
          <p:cNvPr id="3" name="Text Placeholder 2"/>
          <p:cNvSpPr>
            <a:spLocks noGrp="1"/>
          </p:cNvSpPr>
          <p:nvPr>
            <p:ph type="body" idx="1"/>
          </p:nvPr>
        </p:nvSpPr>
        <p:spPr>
          <a:xfrm>
            <a:off x="515599" y="3257550"/>
            <a:ext cx="7614275" cy="1085850"/>
          </a:xfrm>
        </p:spPr>
        <p:txBody>
          <a:bodyPr anchor="ctr">
            <a:normAutofit/>
          </a:bodyPr>
          <a:lstStyle>
            <a:lvl1pPr marL="0" indent="0" algn="l">
              <a:buNone/>
              <a:defRPr sz="1500">
                <a:solidFill>
                  <a:schemeClr val="tx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5/30/2025</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1799247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1619" cy="5142161"/>
          </a:xfrm>
          <a:prstGeom prst="rect">
            <a:avLst/>
          </a:prstGeom>
        </p:spPr>
      </p:pic>
      <p:sp>
        <p:nvSpPr>
          <p:cNvPr id="2" name="Title 1"/>
          <p:cNvSpPr>
            <a:spLocks noGrp="1"/>
          </p:cNvSpPr>
          <p:nvPr>
            <p:ph type="title"/>
          </p:nvPr>
        </p:nvSpPr>
        <p:spPr>
          <a:xfrm>
            <a:off x="514352" y="2481436"/>
            <a:ext cx="7598569" cy="1101600"/>
          </a:xfrm>
        </p:spPr>
        <p:txBody>
          <a:bodyPr anchor="b">
            <a:normAutofit/>
          </a:bodyPr>
          <a:lstStyle>
            <a:lvl1pPr algn="l">
              <a:defRPr sz="2400" b="0" cap="none"/>
            </a:lvl1pPr>
          </a:lstStyle>
          <a:p>
            <a:r>
              <a:rPr lang="en-US"/>
              <a:t>Click to edit Master title style</a:t>
            </a:r>
          </a:p>
        </p:txBody>
      </p:sp>
      <p:sp>
        <p:nvSpPr>
          <p:cNvPr id="3" name="Text Placeholder 2"/>
          <p:cNvSpPr>
            <a:spLocks noGrp="1"/>
          </p:cNvSpPr>
          <p:nvPr>
            <p:ph type="body" idx="1"/>
          </p:nvPr>
        </p:nvSpPr>
        <p:spPr>
          <a:xfrm>
            <a:off x="514351" y="3583036"/>
            <a:ext cx="7598570" cy="645300"/>
          </a:xfrm>
        </p:spPr>
        <p:txBody>
          <a:bodyPr anchor="t">
            <a:normAutofit/>
          </a:bodyPr>
          <a:lstStyle>
            <a:lvl1pPr marL="0" indent="0" algn="l">
              <a:buNone/>
              <a:defRPr sz="1500">
                <a:solidFill>
                  <a:schemeClr val="tx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5/30/2025</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21440260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1619" cy="5142161"/>
          </a:xfrm>
          <a:prstGeom prst="rect">
            <a:avLst/>
          </a:prstGeom>
        </p:spPr>
      </p:pic>
      <p:sp>
        <p:nvSpPr>
          <p:cNvPr id="13" name="TextBox 12"/>
          <p:cNvSpPr txBox="1"/>
          <p:nvPr/>
        </p:nvSpPr>
        <p:spPr>
          <a:xfrm>
            <a:off x="7678400" y="2057400"/>
            <a:ext cx="457200" cy="438582"/>
          </a:xfrm>
          <a:prstGeom prst="rect">
            <a:avLst/>
          </a:prstGeom>
        </p:spPr>
        <p:txBody>
          <a:bodyPr vert="horz" lIns="68580" tIns="34290" rIns="68580" bIns="3429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6000">
                <a:solidFill>
                  <a:schemeClr val="tx1"/>
                </a:solidFill>
                <a:effectLst/>
              </a:rPr>
              <a:t>”</a:t>
            </a:r>
          </a:p>
        </p:txBody>
      </p:sp>
      <p:sp>
        <p:nvSpPr>
          <p:cNvPr id="14" name="TextBox 13"/>
          <p:cNvSpPr txBox="1"/>
          <p:nvPr/>
        </p:nvSpPr>
        <p:spPr>
          <a:xfrm>
            <a:off x="366206" y="617503"/>
            <a:ext cx="457200" cy="438582"/>
          </a:xfrm>
          <a:prstGeom prst="rect">
            <a:avLst/>
          </a:prstGeom>
        </p:spPr>
        <p:txBody>
          <a:bodyPr vert="horz" lIns="68580" tIns="34290" rIns="68580" bIns="3429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6000">
                <a:solidFill>
                  <a:schemeClr val="tx1"/>
                </a:solidFill>
                <a:effectLst/>
              </a:rPr>
              <a:t>“</a:t>
            </a:r>
          </a:p>
        </p:txBody>
      </p:sp>
      <p:sp>
        <p:nvSpPr>
          <p:cNvPr id="16" name="Title 1"/>
          <p:cNvSpPr>
            <a:spLocks noGrp="1"/>
          </p:cNvSpPr>
          <p:nvPr>
            <p:ph type="title"/>
          </p:nvPr>
        </p:nvSpPr>
        <p:spPr>
          <a:xfrm>
            <a:off x="744201" y="457201"/>
            <a:ext cx="7162799" cy="2057399"/>
          </a:xfrm>
        </p:spPr>
        <p:txBody>
          <a:bodyPr anchor="ctr">
            <a:normAutofit/>
          </a:bodyPr>
          <a:lstStyle>
            <a:lvl1pPr algn="l">
              <a:defRPr sz="2400" b="0" cap="none">
                <a:solidFill>
                  <a:schemeClr val="tx1"/>
                </a:solidFill>
              </a:defRPr>
            </a:lvl1pPr>
          </a:lstStyle>
          <a:p>
            <a:r>
              <a:rPr lang="en-US"/>
              <a:t>Click to edit Master title style</a:t>
            </a:r>
          </a:p>
        </p:txBody>
      </p:sp>
      <p:sp>
        <p:nvSpPr>
          <p:cNvPr id="10" name="Text Placeholder 9"/>
          <p:cNvSpPr>
            <a:spLocks noGrp="1"/>
          </p:cNvSpPr>
          <p:nvPr>
            <p:ph type="body" sz="quarter" idx="13"/>
          </p:nvPr>
        </p:nvSpPr>
        <p:spPr>
          <a:xfrm>
            <a:off x="514350" y="2914650"/>
            <a:ext cx="7601577" cy="666750"/>
          </a:xfrm>
        </p:spPr>
        <p:txBody>
          <a:bodyPr vert="horz" lIns="91440" tIns="45720" rIns="91440" bIns="45720" rtlCol="0" anchor="b">
            <a:normAutofit/>
          </a:bodyPr>
          <a:lstStyle>
            <a:lvl1pPr>
              <a:buNone/>
              <a:defRPr lang="en-US" sz="1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514349" y="3581400"/>
            <a:ext cx="7601577" cy="762000"/>
          </a:xfrm>
        </p:spPr>
        <p:txBody>
          <a:bodyPr anchor="t">
            <a:normAutofit/>
          </a:bodyPr>
          <a:lstStyle>
            <a:lvl1pPr marL="0" indent="0" algn="l">
              <a:buNone/>
              <a:defRPr sz="1350">
                <a:solidFill>
                  <a:schemeClr val="tx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5/30/2025</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154953444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1619" cy="5142161"/>
          </a:xfrm>
          <a:prstGeom prst="rect">
            <a:avLst/>
          </a:prstGeom>
        </p:spPr>
      </p:pic>
      <p:sp>
        <p:nvSpPr>
          <p:cNvPr id="2" name="Title 1"/>
          <p:cNvSpPr>
            <a:spLocks noGrp="1"/>
          </p:cNvSpPr>
          <p:nvPr>
            <p:ph type="title"/>
          </p:nvPr>
        </p:nvSpPr>
        <p:spPr>
          <a:xfrm>
            <a:off x="514351" y="457201"/>
            <a:ext cx="7598570" cy="2057399"/>
          </a:xfrm>
        </p:spPr>
        <p:txBody>
          <a:bodyPr vert="horz" lIns="91440" tIns="45720" rIns="91440" bIns="45720" rtlCol="0" anchor="ctr">
            <a:normAutofit/>
          </a:bodyPr>
          <a:lstStyle>
            <a:lvl1pPr>
              <a:defRPr lang="en-US" b="0" dirty="0"/>
            </a:lvl1pPr>
          </a:lstStyle>
          <a:p>
            <a:pPr marL="0" lvl="0"/>
            <a:r>
              <a:rPr lang="en-US"/>
              <a:t>Click to edit Master title style</a:t>
            </a:r>
          </a:p>
        </p:txBody>
      </p:sp>
      <p:sp>
        <p:nvSpPr>
          <p:cNvPr id="10" name="Text Placeholder 9"/>
          <p:cNvSpPr>
            <a:spLocks noGrp="1"/>
          </p:cNvSpPr>
          <p:nvPr>
            <p:ph type="body" sz="quarter" idx="13"/>
          </p:nvPr>
        </p:nvSpPr>
        <p:spPr>
          <a:xfrm>
            <a:off x="514351" y="2628900"/>
            <a:ext cx="7598571" cy="628650"/>
          </a:xfrm>
        </p:spPr>
        <p:txBody>
          <a:bodyPr vert="horz" lIns="91440" tIns="45720" rIns="91440" bIns="45720" rtlCol="0" anchor="b">
            <a:normAutofit/>
          </a:bodyPr>
          <a:lstStyle>
            <a:lvl1pPr>
              <a:buNone/>
              <a:defRPr lang="en-US" sz="21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514350" y="3257550"/>
            <a:ext cx="7598571" cy="1085850"/>
          </a:xfrm>
        </p:spPr>
        <p:txBody>
          <a:bodyPr anchor="t">
            <a:normAutofit/>
          </a:bodyPr>
          <a:lstStyle>
            <a:lvl1pPr marL="0" indent="0" algn="l">
              <a:buNone/>
              <a:defRPr sz="1350">
                <a:solidFill>
                  <a:schemeClr val="tx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5/30/2025</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155803206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1619" cy="5142161"/>
          </a:xfrm>
          <a:prstGeom prst="rect">
            <a:avLst/>
          </a:prstGeom>
        </p:spPr>
      </p:pic>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5/30/2025</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a:p>
        </p:txBody>
      </p:sp>
      <p:sp>
        <p:nvSpPr>
          <p:cNvPr id="8" name="Title 1"/>
          <p:cNvSpPr>
            <a:spLocks noGrp="1"/>
          </p:cNvSpPr>
          <p:nvPr>
            <p:ph type="title"/>
          </p:nvPr>
        </p:nvSpPr>
        <p:spPr>
          <a:xfrm>
            <a:off x="514351" y="457201"/>
            <a:ext cx="7598569" cy="1092200"/>
          </a:xfrm>
        </p:spPr>
        <p:txBody>
          <a:bodyPr/>
          <a:lstStyle/>
          <a:p>
            <a:r>
              <a:rPr lang="en-US"/>
              <a:t>Click to edit Master title style</a:t>
            </a:r>
          </a:p>
        </p:txBody>
      </p:sp>
    </p:spTree>
    <p:extLst>
      <p:ext uri="{BB962C8B-B14F-4D97-AF65-F5344CB8AC3E}">
        <p14:creationId xmlns:p14="http://schemas.microsoft.com/office/powerpoint/2010/main" val="60362061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1619" cy="5142161"/>
          </a:xfrm>
          <a:prstGeom prst="rect">
            <a:avLst/>
          </a:prstGeom>
        </p:spPr>
      </p:pic>
      <p:sp>
        <p:nvSpPr>
          <p:cNvPr id="2" name="Vertical Title 1"/>
          <p:cNvSpPr>
            <a:spLocks noGrp="1"/>
          </p:cNvSpPr>
          <p:nvPr>
            <p:ph type="title" orient="vert"/>
          </p:nvPr>
        </p:nvSpPr>
        <p:spPr>
          <a:xfrm>
            <a:off x="6494006" y="457200"/>
            <a:ext cx="1618914" cy="3886201"/>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514350" y="457200"/>
            <a:ext cx="5874087" cy="38862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5/30/2025</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30674210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14351" y="457201"/>
            <a:ext cx="7598569" cy="1092200"/>
          </a:xfrm>
          <a:prstGeom prst="rect">
            <a:avLst/>
          </a:prstGeom>
          <a:effectLst/>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514351" y="1606551"/>
            <a:ext cx="7598569" cy="2736850"/>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442245" y="4402932"/>
            <a:ext cx="1200150" cy="283369"/>
          </a:xfrm>
          <a:prstGeom prst="rect">
            <a:avLst/>
          </a:prstGeom>
        </p:spPr>
        <p:txBody>
          <a:bodyPr vert="horz" lIns="91440" tIns="45720" rIns="91440" bIns="45720" rtlCol="0" anchor="ctr"/>
          <a:lstStyle>
            <a:lvl1pPr algn="r">
              <a:defRPr sz="750" b="0" i="0">
                <a:solidFill>
                  <a:schemeClr val="tx1"/>
                </a:solidFill>
                <a:effectLst/>
                <a:latin typeface="+mn-lt"/>
              </a:defRPr>
            </a:lvl1pPr>
          </a:lstStyle>
          <a:p>
            <a:fld id="{1D8BD707-D9CF-40AE-B4C6-C98DA3205C09}" type="datetimeFigureOut">
              <a:rPr lang="en-US" smtClean="0"/>
              <a:t>5/30/2025</a:t>
            </a:fld>
            <a:endParaRPr lang="en-US"/>
          </a:p>
        </p:txBody>
      </p:sp>
      <p:sp>
        <p:nvSpPr>
          <p:cNvPr id="5" name="Footer Placeholder 4"/>
          <p:cNvSpPr>
            <a:spLocks noGrp="1"/>
          </p:cNvSpPr>
          <p:nvPr>
            <p:ph type="ftr" sz="quarter" idx="3"/>
          </p:nvPr>
        </p:nvSpPr>
        <p:spPr>
          <a:xfrm>
            <a:off x="514351" y="4402932"/>
            <a:ext cx="5870744" cy="283369"/>
          </a:xfrm>
          <a:prstGeom prst="rect">
            <a:avLst/>
          </a:prstGeom>
        </p:spPr>
        <p:txBody>
          <a:bodyPr vert="horz" lIns="91440" tIns="45720" rIns="91440" bIns="45720" rtlCol="0" anchor="ctr"/>
          <a:lstStyle>
            <a:lvl1pPr algn="l">
              <a:defRPr sz="750" b="0" i="0">
                <a:solidFill>
                  <a:schemeClr val="tx1"/>
                </a:solidFill>
                <a:effectLst/>
                <a:latin typeface="+mn-lt"/>
              </a:defRPr>
            </a:lvl1pPr>
          </a:lstStyle>
          <a:p>
            <a:endParaRPr lang="en-IN"/>
          </a:p>
        </p:txBody>
      </p:sp>
      <p:sp>
        <p:nvSpPr>
          <p:cNvPr id="6" name="Slide Number Placeholder 5"/>
          <p:cNvSpPr>
            <a:spLocks noGrp="1"/>
          </p:cNvSpPr>
          <p:nvPr>
            <p:ph type="sldNum" sz="quarter" idx="4"/>
          </p:nvPr>
        </p:nvSpPr>
        <p:spPr>
          <a:xfrm>
            <a:off x="7699546" y="4402932"/>
            <a:ext cx="413375" cy="283369"/>
          </a:xfrm>
          <a:prstGeom prst="rect">
            <a:avLst/>
          </a:prstGeom>
        </p:spPr>
        <p:txBody>
          <a:bodyPr vert="horz" lIns="91440" tIns="45720" rIns="91440" bIns="45720" rtlCol="0" anchor="ctr"/>
          <a:lstStyle>
            <a:lvl1pPr algn="r">
              <a:defRPr sz="750" b="0" i="0">
                <a:solidFill>
                  <a:schemeClr val="tx1"/>
                </a:solidFill>
                <a:effectLst/>
                <a:latin typeface="+mn-lt"/>
              </a:defRPr>
            </a:lvl1pPr>
          </a:lstStyle>
          <a:p>
            <a:fld id="{B6F15528-21DE-4FAA-801E-634DDDAF4B2B}" type="slidenum">
              <a:rPr lang="en-IN" smtClean="0"/>
              <a:t>‹#›</a:t>
            </a:fld>
            <a:endParaRPr lang="en-IN"/>
          </a:p>
        </p:txBody>
      </p:sp>
    </p:spTree>
    <p:extLst>
      <p:ext uri="{BB962C8B-B14F-4D97-AF65-F5344CB8AC3E}">
        <p14:creationId xmlns:p14="http://schemas.microsoft.com/office/powerpoint/2010/main" val="2745542581"/>
      </p:ext>
    </p:extLst>
  </p:cSld>
  <p:clrMap bg1="dk1" tx1="lt1" bg2="dk2" tx2="lt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Lst>
  <p:txStyles>
    <p:titleStyle>
      <a:lvl1pPr algn="l" defTabSz="342900" rtl="0" eaLnBrk="1" latinLnBrk="0" hangingPunct="1">
        <a:spcBef>
          <a:spcPct val="0"/>
        </a:spcBef>
        <a:buNone/>
        <a:defRPr sz="27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14313" indent="-214313" algn="l" defTabSz="342900" rtl="0" eaLnBrk="1" latinLnBrk="0" hangingPunct="1">
        <a:spcBef>
          <a:spcPts val="0"/>
        </a:spcBef>
        <a:spcAft>
          <a:spcPts val="750"/>
        </a:spcAft>
        <a:buClr>
          <a:schemeClr val="tx1"/>
        </a:buClr>
        <a:buSzPct val="100000"/>
        <a:buFont typeface="Arial"/>
        <a:buChar char="•"/>
        <a:defRPr sz="1350" kern="1200" cap="none">
          <a:solidFill>
            <a:schemeClr val="tx1"/>
          </a:solidFill>
          <a:effectLst/>
          <a:latin typeface="+mn-lt"/>
          <a:ea typeface="+mn-ea"/>
          <a:cs typeface="+mn-cs"/>
        </a:defRPr>
      </a:lvl1pPr>
      <a:lvl2pPr marL="557213" indent="-214313" algn="l" defTabSz="342900" rtl="0" eaLnBrk="1" latinLnBrk="0" hangingPunct="1">
        <a:spcBef>
          <a:spcPts val="0"/>
        </a:spcBef>
        <a:spcAft>
          <a:spcPts val="750"/>
        </a:spcAft>
        <a:buClr>
          <a:schemeClr val="tx1"/>
        </a:buClr>
        <a:buSzPct val="100000"/>
        <a:buFont typeface="Arial"/>
        <a:buChar char="•"/>
        <a:defRPr sz="1200" kern="1200" cap="none">
          <a:solidFill>
            <a:schemeClr val="tx1"/>
          </a:solidFill>
          <a:effectLst/>
          <a:latin typeface="+mn-lt"/>
          <a:ea typeface="+mn-ea"/>
          <a:cs typeface="+mn-cs"/>
        </a:defRPr>
      </a:lvl2pPr>
      <a:lvl3pPr marL="900113" indent="-214313" algn="l" defTabSz="342900" rtl="0" eaLnBrk="1" latinLnBrk="0" hangingPunct="1">
        <a:spcBef>
          <a:spcPts val="0"/>
        </a:spcBef>
        <a:spcAft>
          <a:spcPts val="750"/>
        </a:spcAft>
        <a:buClr>
          <a:schemeClr val="tx1"/>
        </a:buClr>
        <a:buSzPct val="100000"/>
        <a:buFont typeface="Arial"/>
        <a:buChar char="•"/>
        <a:defRPr sz="1050" kern="1200" cap="none">
          <a:solidFill>
            <a:schemeClr val="tx1"/>
          </a:solidFill>
          <a:effectLst/>
          <a:latin typeface="+mn-lt"/>
          <a:ea typeface="+mn-ea"/>
          <a:cs typeface="+mn-cs"/>
        </a:defRPr>
      </a:lvl3pPr>
      <a:lvl4pPr marL="1157288" indent="-128588" algn="l" defTabSz="342900" rtl="0" eaLnBrk="1" latinLnBrk="0" hangingPunct="1">
        <a:spcBef>
          <a:spcPts val="0"/>
        </a:spcBef>
        <a:spcAft>
          <a:spcPts val="750"/>
        </a:spcAft>
        <a:buClr>
          <a:schemeClr val="tx1"/>
        </a:buClr>
        <a:buSzPct val="100000"/>
        <a:buFont typeface="Arial"/>
        <a:buChar char="•"/>
        <a:defRPr sz="900" kern="1200" cap="none">
          <a:solidFill>
            <a:schemeClr val="tx1"/>
          </a:solidFill>
          <a:effectLst/>
          <a:latin typeface="+mn-lt"/>
          <a:ea typeface="+mn-ea"/>
          <a:cs typeface="+mn-cs"/>
        </a:defRPr>
      </a:lvl4pPr>
      <a:lvl5pPr marL="1500188" indent="-128588" algn="l" defTabSz="342900" rtl="0" eaLnBrk="1" latinLnBrk="0" hangingPunct="1">
        <a:spcBef>
          <a:spcPts val="0"/>
        </a:spcBef>
        <a:spcAft>
          <a:spcPts val="750"/>
        </a:spcAft>
        <a:buClr>
          <a:schemeClr val="tx1"/>
        </a:buClr>
        <a:buSzPct val="100000"/>
        <a:buFont typeface="Arial"/>
        <a:buChar char="•"/>
        <a:defRPr sz="900" kern="1200" cap="none">
          <a:solidFill>
            <a:schemeClr val="tx1"/>
          </a:solidFill>
          <a:effectLst/>
          <a:latin typeface="+mn-lt"/>
          <a:ea typeface="+mn-ea"/>
          <a:cs typeface="+mn-cs"/>
        </a:defRPr>
      </a:lvl5pPr>
      <a:lvl6pPr marL="1885950" indent="-171450" algn="l" defTabSz="342900" rtl="0" eaLnBrk="1" latinLnBrk="0" hangingPunct="1">
        <a:spcBef>
          <a:spcPts val="0"/>
        </a:spcBef>
        <a:spcAft>
          <a:spcPts val="750"/>
        </a:spcAft>
        <a:buClr>
          <a:schemeClr val="tx1"/>
        </a:buClr>
        <a:buSzPct val="100000"/>
        <a:buFont typeface="Arial"/>
        <a:buChar char="•"/>
        <a:defRPr sz="900" kern="1200" cap="none">
          <a:solidFill>
            <a:schemeClr val="tx1"/>
          </a:solidFill>
          <a:effectLst/>
          <a:latin typeface="+mn-lt"/>
          <a:ea typeface="+mn-ea"/>
          <a:cs typeface="+mn-cs"/>
        </a:defRPr>
      </a:lvl6pPr>
      <a:lvl7pPr marL="2228850" indent="-171450" algn="l" defTabSz="342900" rtl="0" eaLnBrk="1" latinLnBrk="0" hangingPunct="1">
        <a:spcBef>
          <a:spcPts val="0"/>
        </a:spcBef>
        <a:spcAft>
          <a:spcPts val="750"/>
        </a:spcAft>
        <a:buClr>
          <a:schemeClr val="tx1"/>
        </a:buClr>
        <a:buSzPct val="100000"/>
        <a:buFont typeface="Arial"/>
        <a:buChar char="•"/>
        <a:defRPr sz="900" kern="1200" cap="none">
          <a:solidFill>
            <a:schemeClr val="tx1"/>
          </a:solidFill>
          <a:effectLst/>
          <a:latin typeface="+mn-lt"/>
          <a:ea typeface="+mn-ea"/>
          <a:cs typeface="+mn-cs"/>
        </a:defRPr>
      </a:lvl7pPr>
      <a:lvl8pPr marL="2571750" indent="-171450" algn="l" defTabSz="342900" rtl="0" eaLnBrk="1" latinLnBrk="0" hangingPunct="1">
        <a:spcBef>
          <a:spcPts val="0"/>
        </a:spcBef>
        <a:spcAft>
          <a:spcPts val="750"/>
        </a:spcAft>
        <a:buClr>
          <a:schemeClr val="tx1"/>
        </a:buClr>
        <a:buSzPct val="100000"/>
        <a:buFont typeface="Arial"/>
        <a:buChar char="•"/>
        <a:defRPr sz="900" kern="1200" cap="none">
          <a:solidFill>
            <a:schemeClr val="tx1"/>
          </a:solidFill>
          <a:effectLst/>
          <a:latin typeface="+mn-lt"/>
          <a:ea typeface="+mn-ea"/>
          <a:cs typeface="+mn-cs"/>
        </a:defRPr>
      </a:lvl8pPr>
      <a:lvl9pPr marL="2914650" indent="-171450" algn="l" defTabSz="342900" rtl="0" eaLnBrk="1" latinLnBrk="0" hangingPunct="1">
        <a:spcBef>
          <a:spcPts val="0"/>
        </a:spcBef>
        <a:spcAft>
          <a:spcPts val="750"/>
        </a:spcAft>
        <a:buClr>
          <a:schemeClr val="tx1"/>
        </a:buClr>
        <a:buSzPct val="100000"/>
        <a:buFont typeface="Arial"/>
        <a:buChar char="•"/>
        <a:defRPr sz="900" kern="1200" cap="none">
          <a:solidFill>
            <a:schemeClr val="tx1"/>
          </a:solidFill>
          <a:effectLst/>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hyperlink" Target="https://wicg.github.io/speech-api/" TargetMode="External"/><Relationship Id="rId2" Type="http://schemas.openxmlformats.org/officeDocument/2006/relationships/hyperlink" Target="https://developer.mozilla.org/en-US/docs/Web/API/Web_Speech_API" TargetMode="External"/><Relationship Id="rId1" Type="http://schemas.openxmlformats.org/officeDocument/2006/relationships/slideLayout" Target="../slideLayouts/slideLayout2.xml"/><Relationship Id="rId5" Type="http://schemas.openxmlformats.org/officeDocument/2006/relationships/hyperlink" Target="https://github.com/mdn/web-speech-api" TargetMode="External"/><Relationship Id="rId4" Type="http://schemas.openxmlformats.org/officeDocument/2006/relationships/hyperlink" Target="https://developers.google.com/assistant/sdk/reference/rpc/google.cloud.texttospeech.v1"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486401" y="2724150"/>
            <a:ext cx="3352800" cy="1620124"/>
          </a:xfrm>
          <a:prstGeom prst="rect">
            <a:avLst/>
          </a:prstGeom>
        </p:spPr>
        <p:txBody>
          <a:bodyPr vert="horz" wrap="square" lIns="0" tIns="12700" rIns="0" bIns="0" rtlCol="0">
            <a:spAutoFit/>
          </a:bodyPr>
          <a:lstStyle/>
          <a:p>
            <a:pPr marL="12700">
              <a:lnSpc>
                <a:spcPct val="100000"/>
              </a:lnSpc>
              <a:spcBef>
                <a:spcPts val="100"/>
              </a:spcBef>
            </a:pPr>
            <a:r>
              <a:rPr sz="1700" b="1" u="sng" spc="-35" dirty="0">
                <a:solidFill>
                  <a:srgbClr val="FFFFFF"/>
                </a:solidFill>
                <a:latin typeface="Trebuchet MS"/>
                <a:cs typeface="Trebuchet MS"/>
              </a:rPr>
              <a:t>TEAM</a:t>
            </a:r>
            <a:r>
              <a:rPr sz="1700" b="1" u="sng" spc="-90" dirty="0">
                <a:solidFill>
                  <a:srgbClr val="FFFFFF"/>
                </a:solidFill>
                <a:latin typeface="Trebuchet MS"/>
                <a:cs typeface="Trebuchet MS"/>
              </a:rPr>
              <a:t> </a:t>
            </a:r>
            <a:r>
              <a:rPr sz="1700" b="1" u="sng" dirty="0">
                <a:solidFill>
                  <a:srgbClr val="FFFFFF"/>
                </a:solidFill>
                <a:latin typeface="Trebuchet MS"/>
                <a:cs typeface="Trebuchet MS"/>
              </a:rPr>
              <a:t>NUMBER:</a:t>
            </a:r>
            <a:r>
              <a:rPr sz="1700" b="1" u="sng" spc="-100" dirty="0">
                <a:solidFill>
                  <a:srgbClr val="FFFFFF"/>
                </a:solidFill>
                <a:latin typeface="Trebuchet MS"/>
                <a:cs typeface="Trebuchet MS"/>
              </a:rPr>
              <a:t> </a:t>
            </a:r>
            <a:r>
              <a:rPr lang="en-IN" sz="1700" b="1" u="sng" spc="-25" dirty="0">
                <a:solidFill>
                  <a:srgbClr val="FFFFFF"/>
                </a:solidFill>
                <a:latin typeface="Trebuchet MS"/>
                <a:cs typeface="Trebuchet MS"/>
              </a:rPr>
              <a:t>8</a:t>
            </a:r>
          </a:p>
          <a:p>
            <a:pPr marL="12700">
              <a:lnSpc>
                <a:spcPct val="100000"/>
              </a:lnSpc>
              <a:spcBef>
                <a:spcPts val="100"/>
              </a:spcBef>
            </a:pPr>
            <a:r>
              <a:rPr lang="en-IN" sz="1700" b="1" dirty="0">
                <a:latin typeface="Trebuchet MS"/>
                <a:cs typeface="Trebuchet MS"/>
              </a:rPr>
              <a:t>Names(Roll numbers):</a:t>
            </a:r>
            <a:endParaRPr sz="1700" b="1" dirty="0">
              <a:latin typeface="Trebuchet MS"/>
              <a:cs typeface="Trebuchet MS"/>
            </a:endParaRPr>
          </a:p>
          <a:p>
            <a:pPr marL="12700" marR="5080">
              <a:lnSpc>
                <a:spcPts val="2100"/>
              </a:lnSpc>
              <a:spcBef>
                <a:spcPts val="80"/>
              </a:spcBef>
            </a:pPr>
            <a:r>
              <a:rPr lang="en-IN" sz="1700" spc="-20" dirty="0">
                <a:solidFill>
                  <a:srgbClr val="FFFFFF"/>
                </a:solidFill>
                <a:latin typeface="Microsoft Sans Serif"/>
                <a:cs typeface="Microsoft Sans Serif"/>
              </a:rPr>
              <a:t>M.KEERTHI </a:t>
            </a:r>
            <a:r>
              <a:rPr sz="1700" spc="-20" dirty="0">
                <a:solidFill>
                  <a:srgbClr val="FFFFFF"/>
                </a:solidFill>
                <a:latin typeface="Microsoft Sans Serif"/>
                <a:cs typeface="Microsoft Sans Serif"/>
              </a:rPr>
              <a:t>(2</a:t>
            </a:r>
            <a:r>
              <a:rPr lang="en-IN" sz="1700" spc="-20" dirty="0">
                <a:solidFill>
                  <a:srgbClr val="FFFFFF"/>
                </a:solidFill>
                <a:latin typeface="Microsoft Sans Serif"/>
                <a:cs typeface="Microsoft Sans Serif"/>
              </a:rPr>
              <a:t>3</a:t>
            </a:r>
            <a:r>
              <a:rPr sz="1700" spc="-20" dirty="0">
                <a:solidFill>
                  <a:srgbClr val="FFFFFF"/>
                </a:solidFill>
                <a:latin typeface="Microsoft Sans Serif"/>
                <a:cs typeface="Microsoft Sans Serif"/>
              </a:rPr>
              <a:t>6P1A05</a:t>
            </a:r>
            <a:r>
              <a:rPr lang="en-IN" sz="1700" spc="-20" dirty="0">
                <a:solidFill>
                  <a:srgbClr val="FFFFFF"/>
                </a:solidFill>
                <a:latin typeface="Microsoft Sans Serif"/>
                <a:cs typeface="Microsoft Sans Serif"/>
              </a:rPr>
              <a:t>89</a:t>
            </a:r>
            <a:r>
              <a:rPr sz="1700" spc="-20" dirty="0">
                <a:solidFill>
                  <a:srgbClr val="FFFFFF"/>
                </a:solidFill>
                <a:latin typeface="Microsoft Sans Serif"/>
                <a:cs typeface="Microsoft Sans Serif"/>
              </a:rPr>
              <a:t>) </a:t>
            </a:r>
            <a:r>
              <a:rPr lang="en-IN" sz="1700" spc="-10" dirty="0">
                <a:solidFill>
                  <a:srgbClr val="FFFFFF"/>
                </a:solidFill>
                <a:latin typeface="Microsoft Sans Serif"/>
                <a:cs typeface="Microsoft Sans Serif"/>
              </a:rPr>
              <a:t>O.RAJESHWARI(</a:t>
            </a:r>
            <a:r>
              <a:rPr sz="1700" spc="-10" dirty="0">
                <a:solidFill>
                  <a:srgbClr val="FFFFFF"/>
                </a:solidFill>
                <a:latin typeface="Microsoft Sans Serif"/>
                <a:cs typeface="Microsoft Sans Serif"/>
              </a:rPr>
              <a:t>2</a:t>
            </a:r>
            <a:r>
              <a:rPr lang="en-IN" sz="1700" spc="-10" dirty="0">
                <a:solidFill>
                  <a:srgbClr val="FFFFFF"/>
                </a:solidFill>
                <a:latin typeface="Microsoft Sans Serif"/>
                <a:cs typeface="Microsoft Sans Serif"/>
              </a:rPr>
              <a:t>3</a:t>
            </a:r>
            <a:r>
              <a:rPr sz="1700" spc="-10" dirty="0">
                <a:solidFill>
                  <a:srgbClr val="FFFFFF"/>
                </a:solidFill>
                <a:latin typeface="Microsoft Sans Serif"/>
                <a:cs typeface="Microsoft Sans Serif"/>
              </a:rPr>
              <a:t>6P1A</a:t>
            </a:r>
            <a:r>
              <a:rPr lang="en-IN" sz="1700" spc="-10" dirty="0">
                <a:solidFill>
                  <a:srgbClr val="FFFFFF"/>
                </a:solidFill>
                <a:latin typeface="Microsoft Sans Serif"/>
                <a:cs typeface="Microsoft Sans Serif"/>
              </a:rPr>
              <a:t>05A8</a:t>
            </a:r>
            <a:r>
              <a:rPr sz="1700" spc="-10" dirty="0">
                <a:solidFill>
                  <a:srgbClr val="FFFFFF"/>
                </a:solidFill>
                <a:latin typeface="Microsoft Sans Serif"/>
                <a:cs typeface="Microsoft Sans Serif"/>
              </a:rPr>
              <a:t>)</a:t>
            </a:r>
            <a:endParaRPr sz="1700" dirty="0">
              <a:latin typeface="Microsoft Sans Serif"/>
              <a:cs typeface="Microsoft Sans Serif"/>
            </a:endParaRPr>
          </a:p>
          <a:p>
            <a:pPr marL="12700" marR="294640">
              <a:lnSpc>
                <a:spcPts val="2100"/>
              </a:lnSpc>
              <a:spcBef>
                <a:spcPts val="5"/>
              </a:spcBef>
            </a:pPr>
            <a:r>
              <a:rPr lang="en-IN" sz="1700" spc="-10" dirty="0">
                <a:solidFill>
                  <a:srgbClr val="FFFFFF"/>
                </a:solidFill>
                <a:latin typeface="Microsoft Sans Serif"/>
                <a:cs typeface="Microsoft Sans Serif"/>
              </a:rPr>
              <a:t>P.KUSUMA</a:t>
            </a:r>
            <a:r>
              <a:rPr sz="1700" spc="-10" dirty="0">
                <a:solidFill>
                  <a:srgbClr val="FFFFFF"/>
                </a:solidFill>
                <a:latin typeface="Microsoft Sans Serif"/>
                <a:cs typeface="Microsoft Sans Serif"/>
              </a:rPr>
              <a:t>(2</a:t>
            </a:r>
            <a:r>
              <a:rPr lang="en-IN" sz="1700" spc="-10" dirty="0">
                <a:solidFill>
                  <a:srgbClr val="FFFFFF"/>
                </a:solidFill>
                <a:latin typeface="Microsoft Sans Serif"/>
                <a:cs typeface="Microsoft Sans Serif"/>
              </a:rPr>
              <a:t>3</a:t>
            </a:r>
            <a:r>
              <a:rPr sz="1700" spc="-10" dirty="0">
                <a:solidFill>
                  <a:srgbClr val="FFFFFF"/>
                </a:solidFill>
                <a:latin typeface="Microsoft Sans Serif"/>
                <a:cs typeface="Microsoft Sans Serif"/>
              </a:rPr>
              <a:t>6P1A05B</a:t>
            </a:r>
            <a:r>
              <a:rPr lang="en-IN" sz="1700" spc="-10" dirty="0">
                <a:solidFill>
                  <a:srgbClr val="FFFFFF"/>
                </a:solidFill>
                <a:latin typeface="Microsoft Sans Serif"/>
                <a:cs typeface="Microsoft Sans Serif"/>
              </a:rPr>
              <a:t>0</a:t>
            </a:r>
            <a:r>
              <a:rPr sz="1700" spc="-10" dirty="0">
                <a:solidFill>
                  <a:srgbClr val="FFFFFF"/>
                </a:solidFill>
                <a:latin typeface="Microsoft Sans Serif"/>
                <a:cs typeface="Microsoft Sans Serif"/>
              </a:rPr>
              <a:t>) </a:t>
            </a:r>
            <a:r>
              <a:rPr lang="en-IN" sz="1700" spc="-10" dirty="0">
                <a:solidFill>
                  <a:srgbClr val="FFFFFF"/>
                </a:solidFill>
                <a:latin typeface="Microsoft Sans Serif"/>
                <a:cs typeface="Microsoft Sans Serif"/>
              </a:rPr>
              <a:t>P.AKSHITHA </a:t>
            </a:r>
            <a:r>
              <a:rPr sz="1700" spc="-10" dirty="0">
                <a:solidFill>
                  <a:srgbClr val="FFFFFF"/>
                </a:solidFill>
                <a:latin typeface="Microsoft Sans Serif"/>
                <a:cs typeface="Microsoft Sans Serif"/>
              </a:rPr>
              <a:t>(2</a:t>
            </a:r>
            <a:r>
              <a:rPr lang="en-IN" sz="1700" spc="-10" dirty="0">
                <a:solidFill>
                  <a:srgbClr val="FFFFFF"/>
                </a:solidFill>
                <a:latin typeface="Microsoft Sans Serif"/>
                <a:cs typeface="Microsoft Sans Serif"/>
              </a:rPr>
              <a:t>3</a:t>
            </a:r>
            <a:r>
              <a:rPr sz="1700" spc="-10" dirty="0">
                <a:solidFill>
                  <a:srgbClr val="FFFFFF"/>
                </a:solidFill>
                <a:latin typeface="Microsoft Sans Serif"/>
                <a:cs typeface="Microsoft Sans Serif"/>
              </a:rPr>
              <a:t>6P1A05</a:t>
            </a:r>
            <a:r>
              <a:rPr lang="en-IN" sz="1700" spc="-10" dirty="0">
                <a:solidFill>
                  <a:srgbClr val="FFFFFF"/>
                </a:solidFill>
                <a:latin typeface="Microsoft Sans Serif"/>
                <a:cs typeface="Microsoft Sans Serif"/>
              </a:rPr>
              <a:t>B7</a:t>
            </a:r>
            <a:r>
              <a:rPr sz="1700" spc="-10" dirty="0">
                <a:solidFill>
                  <a:srgbClr val="FFFFFF"/>
                </a:solidFill>
                <a:latin typeface="Microsoft Sans Serif"/>
                <a:cs typeface="Microsoft Sans Serif"/>
              </a:rPr>
              <a:t>)</a:t>
            </a:r>
            <a:endParaRPr sz="1700" dirty="0">
              <a:latin typeface="Microsoft Sans Serif"/>
              <a:cs typeface="Microsoft Sans Serif"/>
            </a:endParaRPr>
          </a:p>
        </p:txBody>
      </p:sp>
      <p:sp>
        <p:nvSpPr>
          <p:cNvPr id="3" name="object 3"/>
          <p:cNvSpPr txBox="1"/>
          <p:nvPr/>
        </p:nvSpPr>
        <p:spPr>
          <a:xfrm>
            <a:off x="3124201" y="1777762"/>
            <a:ext cx="2971800" cy="575548"/>
          </a:xfrm>
          <a:prstGeom prst="rect">
            <a:avLst/>
          </a:prstGeom>
        </p:spPr>
        <p:txBody>
          <a:bodyPr vert="horz" wrap="square" lIns="0" tIns="12700" rIns="0" bIns="0" rtlCol="0">
            <a:spAutoFit/>
          </a:bodyPr>
          <a:lstStyle/>
          <a:p>
            <a:pPr marL="12700">
              <a:lnSpc>
                <a:spcPct val="100000"/>
              </a:lnSpc>
              <a:spcBef>
                <a:spcPts val="100"/>
              </a:spcBef>
            </a:pPr>
            <a:r>
              <a:rPr lang="en-IN" sz="3600" spc="90" dirty="0">
                <a:solidFill>
                  <a:srgbClr val="FFC000"/>
                </a:solidFill>
                <a:latin typeface="Times New Roman" panose="02020603050405020304" pitchFamily="18" charset="0"/>
                <a:cs typeface="Times New Roman" panose="02020603050405020304" pitchFamily="18" charset="0"/>
              </a:rPr>
              <a:t>TYPE2TONE</a:t>
            </a:r>
            <a:endParaRPr sz="3600" dirty="0">
              <a:solidFill>
                <a:srgbClr val="FFC000"/>
              </a:solidFill>
              <a:latin typeface="Times New Roman" panose="02020603050405020304" pitchFamily="18" charset="0"/>
              <a:cs typeface="Times New Roman" panose="02020603050405020304" pitchFamily="18" charset="0"/>
            </a:endParaRPr>
          </a:p>
        </p:txBody>
      </p:sp>
      <p:pic>
        <p:nvPicPr>
          <p:cNvPr id="4" name="object 4"/>
          <p:cNvPicPr/>
          <p:nvPr/>
        </p:nvPicPr>
        <p:blipFill>
          <a:blip r:embed="rId2" cstate="print"/>
          <a:stretch>
            <a:fillRect/>
          </a:stretch>
        </p:blipFill>
        <p:spPr>
          <a:xfrm>
            <a:off x="810768" y="131063"/>
            <a:ext cx="838200" cy="867155"/>
          </a:xfrm>
          <a:prstGeom prst="rect">
            <a:avLst/>
          </a:prstGeom>
        </p:spPr>
      </p:pic>
      <p:sp>
        <p:nvSpPr>
          <p:cNvPr id="5" name="object 5"/>
          <p:cNvSpPr txBox="1">
            <a:spLocks noGrp="1"/>
          </p:cNvSpPr>
          <p:nvPr>
            <p:ph type="title"/>
          </p:nvPr>
        </p:nvSpPr>
        <p:spPr>
          <a:xfrm>
            <a:off x="304800" y="18057"/>
            <a:ext cx="7848601" cy="1220846"/>
          </a:xfrm>
          <a:prstGeom prst="rect">
            <a:avLst/>
          </a:prstGeom>
        </p:spPr>
        <p:txBody>
          <a:bodyPr vert="horz" wrap="square" lIns="0" tIns="111759" rIns="0" bIns="0" rtlCol="0">
            <a:spAutoFit/>
          </a:bodyPr>
          <a:lstStyle/>
          <a:p>
            <a:pPr marL="1449705" algn="ctr">
              <a:lnSpc>
                <a:spcPct val="100000"/>
              </a:lnSpc>
              <a:spcBef>
                <a:spcPts val="100"/>
              </a:spcBef>
            </a:pPr>
            <a:r>
              <a:rPr sz="2400" b="1" spc="90">
                <a:solidFill>
                  <a:srgbClr val="EBEBEB"/>
                </a:solidFill>
                <a:latin typeface="Trebuchet MS"/>
                <a:cs typeface="Trebuchet MS"/>
              </a:rPr>
              <a:t>RISHI</a:t>
            </a:r>
            <a:r>
              <a:rPr sz="2400" b="1" spc="-229">
                <a:solidFill>
                  <a:srgbClr val="EBEBEB"/>
                </a:solidFill>
                <a:latin typeface="Trebuchet MS"/>
                <a:cs typeface="Trebuchet MS"/>
              </a:rPr>
              <a:t> </a:t>
            </a:r>
            <a:r>
              <a:rPr sz="2400" b="1" spc="190">
                <a:solidFill>
                  <a:srgbClr val="EBEBEB"/>
                </a:solidFill>
                <a:latin typeface="Trebuchet MS"/>
                <a:cs typeface="Trebuchet MS"/>
              </a:rPr>
              <a:t>MS</a:t>
            </a:r>
            <a:r>
              <a:rPr sz="2400" b="1" spc="-215">
                <a:solidFill>
                  <a:srgbClr val="EBEBEB"/>
                </a:solidFill>
                <a:latin typeface="Trebuchet MS"/>
                <a:cs typeface="Trebuchet MS"/>
              </a:rPr>
              <a:t> </a:t>
            </a:r>
            <a:r>
              <a:rPr sz="2400" b="1" spc="-45">
                <a:solidFill>
                  <a:srgbClr val="EBEBEB"/>
                </a:solidFill>
                <a:latin typeface="Trebuchet MS"/>
                <a:cs typeface="Trebuchet MS"/>
              </a:rPr>
              <a:t>INSTITUTE</a:t>
            </a:r>
            <a:r>
              <a:rPr sz="2400" b="1" spc="-229">
                <a:solidFill>
                  <a:srgbClr val="EBEBEB"/>
                </a:solidFill>
                <a:latin typeface="Trebuchet MS"/>
                <a:cs typeface="Trebuchet MS"/>
              </a:rPr>
              <a:t> </a:t>
            </a:r>
            <a:r>
              <a:rPr sz="2400" b="1" spc="-25">
                <a:solidFill>
                  <a:srgbClr val="EBEBEB"/>
                </a:solidFill>
                <a:latin typeface="Trebuchet MS"/>
                <a:cs typeface="Trebuchet MS"/>
              </a:rPr>
              <a:t>OF</a:t>
            </a:r>
            <a:r>
              <a:rPr sz="2400" b="1" spc="-210">
                <a:solidFill>
                  <a:srgbClr val="EBEBEB"/>
                </a:solidFill>
                <a:latin typeface="Trebuchet MS"/>
                <a:cs typeface="Trebuchet MS"/>
              </a:rPr>
              <a:t> </a:t>
            </a:r>
            <a:r>
              <a:rPr sz="2400" b="1" spc="65">
                <a:solidFill>
                  <a:srgbClr val="EBEBEB"/>
                </a:solidFill>
                <a:latin typeface="Trebuchet MS"/>
                <a:cs typeface="Trebuchet MS"/>
              </a:rPr>
              <a:t>ENGINEERING</a:t>
            </a:r>
            <a:r>
              <a:rPr sz="2400" b="1" spc="-245">
                <a:solidFill>
                  <a:srgbClr val="EBEBEB"/>
                </a:solidFill>
                <a:latin typeface="Trebuchet MS"/>
                <a:cs typeface="Trebuchet MS"/>
              </a:rPr>
              <a:t> </a:t>
            </a:r>
            <a:r>
              <a:rPr sz="2400" b="1" spc="45">
                <a:solidFill>
                  <a:srgbClr val="EBEBEB"/>
                </a:solidFill>
                <a:latin typeface="Trebuchet MS"/>
                <a:cs typeface="Trebuchet MS"/>
              </a:rPr>
              <a:t>AND</a:t>
            </a:r>
            <a:endParaRPr sz="2400">
              <a:latin typeface="Trebuchet MS"/>
              <a:cs typeface="Trebuchet MS"/>
            </a:endParaRPr>
          </a:p>
          <a:p>
            <a:pPr marL="1449705" algn="ctr">
              <a:lnSpc>
                <a:spcPct val="100000"/>
              </a:lnSpc>
              <a:spcBef>
                <a:spcPts val="5"/>
              </a:spcBef>
            </a:pPr>
            <a:r>
              <a:rPr sz="2400" b="1">
                <a:solidFill>
                  <a:srgbClr val="EBEBEB"/>
                </a:solidFill>
                <a:latin typeface="Trebuchet MS"/>
                <a:cs typeface="Trebuchet MS"/>
              </a:rPr>
              <a:t>TECHNOLOGY</a:t>
            </a:r>
            <a:r>
              <a:rPr sz="2400" b="1" spc="-140">
                <a:solidFill>
                  <a:srgbClr val="EBEBEB"/>
                </a:solidFill>
                <a:latin typeface="Trebuchet MS"/>
                <a:cs typeface="Trebuchet MS"/>
              </a:rPr>
              <a:t> </a:t>
            </a:r>
            <a:r>
              <a:rPr sz="2400" b="1" spc="-10">
                <a:solidFill>
                  <a:srgbClr val="EBEBEB"/>
                </a:solidFill>
                <a:latin typeface="Trebuchet MS"/>
                <a:cs typeface="Trebuchet MS"/>
              </a:rPr>
              <a:t>FOR</a:t>
            </a:r>
            <a:r>
              <a:rPr sz="2400" b="1" spc="-150">
                <a:solidFill>
                  <a:srgbClr val="EBEBEB"/>
                </a:solidFill>
                <a:latin typeface="Trebuchet MS"/>
                <a:cs typeface="Trebuchet MS"/>
              </a:rPr>
              <a:t> </a:t>
            </a:r>
            <a:r>
              <a:rPr sz="2400" b="1" spc="70">
                <a:solidFill>
                  <a:srgbClr val="EBEBEB"/>
                </a:solidFill>
                <a:latin typeface="Trebuchet MS"/>
                <a:cs typeface="Trebuchet MS"/>
              </a:rPr>
              <a:t>WOMEN</a:t>
            </a:r>
            <a:br>
              <a:rPr lang="en-IN" sz="2400" b="1" spc="70">
                <a:solidFill>
                  <a:srgbClr val="EBEBEB"/>
                </a:solidFill>
                <a:latin typeface="Trebuchet MS"/>
                <a:cs typeface="Trebuchet MS"/>
              </a:rPr>
            </a:br>
            <a:endParaRPr sz="2400">
              <a:latin typeface="Trebuchet MS"/>
              <a:cs typeface="Trebuchet MS"/>
            </a:endParaRPr>
          </a:p>
        </p:txBody>
      </p:sp>
      <p:sp>
        <p:nvSpPr>
          <p:cNvPr id="7" name="object 7"/>
          <p:cNvSpPr txBox="1"/>
          <p:nvPr/>
        </p:nvSpPr>
        <p:spPr>
          <a:xfrm>
            <a:off x="647901" y="3196751"/>
            <a:ext cx="4651608" cy="869469"/>
          </a:xfrm>
          <a:prstGeom prst="rect">
            <a:avLst/>
          </a:prstGeom>
        </p:spPr>
        <p:txBody>
          <a:bodyPr vert="horz" wrap="square" lIns="0" tIns="12700" rIns="0" bIns="0" rtlCol="0">
            <a:spAutoFit/>
          </a:bodyPr>
          <a:lstStyle/>
          <a:p>
            <a:pPr marL="12700">
              <a:lnSpc>
                <a:spcPct val="100000"/>
              </a:lnSpc>
              <a:spcBef>
                <a:spcPts val="100"/>
              </a:spcBef>
            </a:pPr>
            <a:r>
              <a:rPr lang="en-IN" b="1" u="sng" dirty="0">
                <a:solidFill>
                  <a:srgbClr val="FFFFFF"/>
                </a:solidFill>
                <a:latin typeface="Times New Roman" panose="02020603050405020304" pitchFamily="18" charset="0"/>
                <a:cs typeface="Times New Roman" panose="02020603050405020304" pitchFamily="18" charset="0"/>
              </a:rPr>
              <a:t>Under the Guidance</a:t>
            </a:r>
            <a:r>
              <a:rPr sz="1800" b="1" dirty="0">
                <a:solidFill>
                  <a:srgbClr val="FFFFFF"/>
                </a:solidFill>
                <a:latin typeface="Times New Roman" panose="02020603050405020304" pitchFamily="18" charset="0"/>
                <a:cs typeface="Times New Roman" panose="02020603050405020304" pitchFamily="18" charset="0"/>
              </a:rPr>
              <a:t>:</a:t>
            </a:r>
            <a:endParaRPr lang="en-IN" sz="1800" b="1" dirty="0">
              <a:solidFill>
                <a:srgbClr val="FFFFFF"/>
              </a:solidFill>
              <a:latin typeface="Times New Roman" panose="02020603050405020304" pitchFamily="18" charset="0"/>
              <a:cs typeface="Times New Roman" panose="02020603050405020304" pitchFamily="18" charset="0"/>
            </a:endParaRPr>
          </a:p>
          <a:p>
            <a:pPr marL="12700">
              <a:lnSpc>
                <a:spcPct val="100000"/>
              </a:lnSpc>
              <a:spcBef>
                <a:spcPts val="100"/>
              </a:spcBef>
            </a:pPr>
            <a:r>
              <a:rPr sz="1800" b="1" spc="270" dirty="0">
                <a:solidFill>
                  <a:srgbClr val="FFFFFF"/>
                </a:solidFill>
                <a:latin typeface="Times New Roman" panose="02020603050405020304" pitchFamily="18" charset="0"/>
                <a:cs typeface="Times New Roman" panose="02020603050405020304" pitchFamily="18" charset="0"/>
              </a:rPr>
              <a:t> </a:t>
            </a:r>
            <a:r>
              <a:rPr sz="1800" b="1" spc="-10" dirty="0">
                <a:solidFill>
                  <a:srgbClr val="FFFFFF"/>
                </a:solidFill>
                <a:latin typeface="Times New Roman" panose="02020603050405020304" pitchFamily="18" charset="0"/>
                <a:cs typeface="Times New Roman" panose="02020603050405020304" pitchFamily="18" charset="0"/>
              </a:rPr>
              <a:t>D</a:t>
            </a:r>
            <a:r>
              <a:rPr lang="en-IN" sz="1800" b="1" spc="-10" dirty="0">
                <a:solidFill>
                  <a:srgbClr val="FFFFFF"/>
                </a:solidFill>
                <a:latin typeface="Times New Roman" panose="02020603050405020304" pitchFamily="18" charset="0"/>
                <a:cs typeface="Times New Roman" panose="02020603050405020304" pitchFamily="18" charset="0"/>
              </a:rPr>
              <a:t>r</a:t>
            </a:r>
            <a:r>
              <a:rPr sz="1800" b="1" spc="-10" dirty="0">
                <a:solidFill>
                  <a:srgbClr val="FFFFFF"/>
                </a:solidFill>
                <a:latin typeface="Times New Roman" panose="02020603050405020304" pitchFamily="18" charset="0"/>
                <a:cs typeface="Times New Roman" panose="02020603050405020304" pitchFamily="18" charset="0"/>
              </a:rPr>
              <a:t>.</a:t>
            </a:r>
            <a:r>
              <a:rPr lang="en-IN" sz="1800" b="1" spc="-10" dirty="0">
                <a:solidFill>
                  <a:srgbClr val="FFFFFF"/>
                </a:solidFill>
                <a:latin typeface="Times New Roman" panose="02020603050405020304" pitchFamily="18" charset="0"/>
                <a:cs typeface="Times New Roman" panose="02020603050405020304" pitchFamily="18" charset="0"/>
              </a:rPr>
              <a:t>K.</a:t>
            </a:r>
            <a:r>
              <a:rPr sz="1800" b="1" spc="-145" dirty="0">
                <a:solidFill>
                  <a:srgbClr val="FFFFFF"/>
                </a:solidFill>
                <a:latin typeface="Times New Roman" panose="02020603050405020304" pitchFamily="18" charset="0"/>
                <a:cs typeface="Times New Roman" panose="02020603050405020304" pitchFamily="18" charset="0"/>
              </a:rPr>
              <a:t> </a:t>
            </a:r>
            <a:r>
              <a:rPr lang="en-IN" b="1" spc="-145" dirty="0">
                <a:solidFill>
                  <a:srgbClr val="FFFFFF"/>
                </a:solidFill>
                <a:latin typeface="Times New Roman" panose="02020603050405020304" pitchFamily="18" charset="0"/>
                <a:cs typeface="Times New Roman" panose="02020603050405020304" pitchFamily="18" charset="0"/>
              </a:rPr>
              <a:t>Ramakrishna  </a:t>
            </a:r>
            <a:r>
              <a:rPr lang="en-IN" sz="1100" b="1" spc="-145" dirty="0">
                <a:solidFill>
                  <a:srgbClr val="FFFFFF"/>
                </a:solidFill>
                <a:latin typeface="Times New Roman" panose="02020603050405020304" pitchFamily="18" charset="0"/>
                <a:cs typeface="Times New Roman" panose="02020603050405020304" pitchFamily="18" charset="0"/>
              </a:rPr>
              <a:t>PhD</a:t>
            </a:r>
          </a:p>
          <a:p>
            <a:pPr marL="12700">
              <a:lnSpc>
                <a:spcPct val="100000"/>
              </a:lnSpc>
              <a:spcBef>
                <a:spcPts val="100"/>
              </a:spcBef>
            </a:pPr>
            <a:r>
              <a:rPr lang="en-IN" sz="1800" b="1" spc="-145" dirty="0">
                <a:solidFill>
                  <a:srgbClr val="FFFFFF"/>
                </a:solidFill>
                <a:latin typeface="Times New Roman" panose="02020603050405020304" pitchFamily="18" charset="0"/>
                <a:cs typeface="Times New Roman" panose="02020603050405020304" pitchFamily="18" charset="0"/>
              </a:rPr>
              <a:t> Ass Prof , Dept of CSE</a:t>
            </a:r>
            <a:endParaRPr sz="1800" dirty="0">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1888082C-4895-9859-03C6-94867AEE09C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59305" y="1720882"/>
            <a:ext cx="914400" cy="690816"/>
          </a:xfrm>
          <a:prstGeom prst="rect">
            <a:avLst/>
          </a:prstGeom>
        </p:spPr>
      </p:pic>
      <p:sp>
        <p:nvSpPr>
          <p:cNvPr id="6" name="TextBox 5">
            <a:extLst>
              <a:ext uri="{FF2B5EF4-FFF2-40B4-BE49-F238E27FC236}">
                <a16:creationId xmlns:a16="http://schemas.microsoft.com/office/drawing/2014/main" id="{DB73CD48-B53F-E6CE-0743-031E69EFC9C7}"/>
              </a:ext>
            </a:extLst>
          </p:cNvPr>
          <p:cNvSpPr txBox="1"/>
          <p:nvPr/>
        </p:nvSpPr>
        <p:spPr>
          <a:xfrm>
            <a:off x="1981200" y="895350"/>
            <a:ext cx="6781800" cy="646331"/>
          </a:xfrm>
          <a:prstGeom prst="rect">
            <a:avLst/>
          </a:prstGeom>
          <a:noFill/>
        </p:spPr>
        <p:txBody>
          <a:bodyPr wrap="square" rtlCol="0">
            <a:spAutoFit/>
          </a:bodyPr>
          <a:lstStyle/>
          <a:p>
            <a:r>
              <a:rPr lang="en-IN" dirty="0"/>
              <a:t> DEPARTMENT OF COMPUTER SCIENCE AND ENGINEERING</a:t>
            </a:r>
          </a:p>
          <a:p>
            <a:r>
              <a:rPr lang="en-IN" dirty="0"/>
              <a:t>                                 IIYEAR IISEM  ‘CSE-B’</a:t>
            </a:r>
          </a:p>
        </p:txBody>
      </p:sp>
      <p:sp>
        <p:nvSpPr>
          <p:cNvPr id="8" name="TextBox 7">
            <a:extLst>
              <a:ext uri="{FF2B5EF4-FFF2-40B4-BE49-F238E27FC236}">
                <a16:creationId xmlns:a16="http://schemas.microsoft.com/office/drawing/2014/main" id="{501CC1D1-A1F4-2F4E-F756-29E6F5C8096F}"/>
              </a:ext>
            </a:extLst>
          </p:cNvPr>
          <p:cNvSpPr txBox="1"/>
          <p:nvPr/>
        </p:nvSpPr>
        <p:spPr>
          <a:xfrm>
            <a:off x="2865121" y="1408430"/>
            <a:ext cx="4450079" cy="369332"/>
          </a:xfrm>
          <a:prstGeom prst="rect">
            <a:avLst/>
          </a:prstGeom>
          <a:noFill/>
        </p:spPr>
        <p:txBody>
          <a:bodyPr wrap="square" rtlCol="0">
            <a:spAutoFit/>
          </a:bodyPr>
          <a:lstStyle/>
          <a:p>
            <a:r>
              <a:rPr lang="en-IN" u="sng"/>
              <a:t>A REAL TIME PROJECT PRESENTATION 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14351" y="384768"/>
            <a:ext cx="7562849" cy="662873"/>
          </a:xfrm>
          <a:prstGeom prst="rect">
            <a:avLst/>
          </a:prstGeom>
        </p:spPr>
        <p:txBody>
          <a:bodyPr vert="horz" wrap="square" lIns="0" tIns="107822" rIns="0" bIns="0" rtlCol="0">
            <a:spAutoFit/>
          </a:bodyPr>
          <a:lstStyle/>
          <a:p>
            <a:pPr marL="1917700">
              <a:lnSpc>
                <a:spcPct val="100000"/>
              </a:lnSpc>
              <a:spcBef>
                <a:spcPts val="100"/>
              </a:spcBef>
            </a:pPr>
            <a:r>
              <a:rPr sz="3600" b="1" spc="-165" dirty="0">
                <a:solidFill>
                  <a:srgbClr val="FFC000"/>
                </a:solidFill>
                <a:latin typeface="Times New Roman" panose="02020603050405020304" pitchFamily="18" charset="0"/>
                <a:cs typeface="Times New Roman" panose="02020603050405020304" pitchFamily="18" charset="0"/>
              </a:rPr>
              <a:t>TABLE</a:t>
            </a:r>
            <a:r>
              <a:rPr lang="en-IN" sz="3600" b="1" spc="-165" dirty="0">
                <a:solidFill>
                  <a:srgbClr val="FFC000"/>
                </a:solidFill>
                <a:latin typeface="Times New Roman" panose="02020603050405020304" pitchFamily="18" charset="0"/>
                <a:cs typeface="Times New Roman" panose="02020603050405020304" pitchFamily="18" charset="0"/>
              </a:rPr>
              <a:t> </a:t>
            </a:r>
            <a:r>
              <a:rPr sz="3600" b="1" spc="-405" dirty="0">
                <a:solidFill>
                  <a:srgbClr val="FFC000"/>
                </a:solidFill>
                <a:latin typeface="Times New Roman" panose="02020603050405020304" pitchFamily="18" charset="0"/>
                <a:cs typeface="Times New Roman" panose="02020603050405020304" pitchFamily="18" charset="0"/>
              </a:rPr>
              <a:t> </a:t>
            </a:r>
            <a:r>
              <a:rPr sz="3600" b="1" spc="-200" dirty="0">
                <a:solidFill>
                  <a:srgbClr val="FFC000"/>
                </a:solidFill>
                <a:latin typeface="Times New Roman" panose="02020603050405020304" pitchFamily="18" charset="0"/>
                <a:cs typeface="Times New Roman" panose="02020603050405020304" pitchFamily="18" charset="0"/>
              </a:rPr>
              <a:t>OF</a:t>
            </a:r>
            <a:r>
              <a:rPr sz="3600" b="1" spc="-400" dirty="0">
                <a:solidFill>
                  <a:srgbClr val="FFC000"/>
                </a:solidFill>
                <a:latin typeface="Times New Roman" panose="02020603050405020304" pitchFamily="18" charset="0"/>
                <a:cs typeface="Times New Roman" panose="02020603050405020304" pitchFamily="18" charset="0"/>
              </a:rPr>
              <a:t> </a:t>
            </a:r>
            <a:r>
              <a:rPr lang="en-IN" sz="3600" b="1" spc="-400" dirty="0">
                <a:solidFill>
                  <a:srgbClr val="FFC000"/>
                </a:solidFill>
                <a:latin typeface="Times New Roman" panose="02020603050405020304" pitchFamily="18" charset="0"/>
                <a:cs typeface="Times New Roman" panose="02020603050405020304" pitchFamily="18" charset="0"/>
              </a:rPr>
              <a:t> </a:t>
            </a:r>
            <a:r>
              <a:rPr sz="3600" b="1" spc="-180" dirty="0">
                <a:solidFill>
                  <a:srgbClr val="FFC000"/>
                </a:solidFill>
                <a:latin typeface="Times New Roman" panose="02020603050405020304" pitchFamily="18" charset="0"/>
                <a:cs typeface="Times New Roman" panose="02020603050405020304" pitchFamily="18" charset="0"/>
              </a:rPr>
              <a:t>CONTENT</a:t>
            </a:r>
            <a:r>
              <a:rPr lang="en-IN" sz="3600" b="1" spc="-180" dirty="0">
                <a:solidFill>
                  <a:srgbClr val="FFC000"/>
                </a:solidFill>
                <a:latin typeface="Times New Roman" panose="02020603050405020304" pitchFamily="18" charset="0"/>
                <a:cs typeface="Times New Roman" panose="02020603050405020304" pitchFamily="18" charset="0"/>
              </a:rPr>
              <a:t>s</a:t>
            </a:r>
            <a:endParaRPr sz="3600" b="1" dirty="0">
              <a:solidFill>
                <a:srgbClr val="FFC000"/>
              </a:solidFill>
              <a:latin typeface="Times New Roman" panose="02020603050405020304" pitchFamily="18" charset="0"/>
              <a:cs typeface="Times New Roman" panose="02020603050405020304" pitchFamily="18" charset="0"/>
            </a:endParaRPr>
          </a:p>
        </p:txBody>
      </p:sp>
      <p:sp>
        <p:nvSpPr>
          <p:cNvPr id="3" name="object 3"/>
          <p:cNvSpPr txBox="1"/>
          <p:nvPr/>
        </p:nvSpPr>
        <p:spPr>
          <a:xfrm>
            <a:off x="1296161" y="975207"/>
            <a:ext cx="3929379" cy="3731260"/>
          </a:xfrm>
          <a:prstGeom prst="rect">
            <a:avLst/>
          </a:prstGeom>
        </p:spPr>
        <p:txBody>
          <a:bodyPr vert="horz" wrap="square" lIns="0" tIns="60960" rIns="0" bIns="0" rtlCol="0">
            <a:spAutoFit/>
          </a:bodyPr>
          <a:lstStyle/>
          <a:p>
            <a:pPr marL="269240" indent="-256540">
              <a:lnSpc>
                <a:spcPct val="100000"/>
              </a:lnSpc>
              <a:spcBef>
                <a:spcPts val="480"/>
              </a:spcBef>
              <a:buClr>
                <a:srgbClr val="89D0D5"/>
              </a:buClr>
              <a:buSzPct val="79411"/>
              <a:buFont typeface="Wingdings"/>
              <a:buChar char=""/>
              <a:tabLst>
                <a:tab pos="269240" algn="l"/>
              </a:tabLst>
            </a:pPr>
            <a:r>
              <a:rPr sz="1700" spc="-10">
                <a:solidFill>
                  <a:srgbClr val="FFFFFF"/>
                </a:solidFill>
                <a:latin typeface="Arial MT"/>
                <a:cs typeface="Arial MT"/>
              </a:rPr>
              <a:t>Abstract</a:t>
            </a:r>
            <a:endParaRPr sz="1700">
              <a:latin typeface="Arial MT"/>
              <a:cs typeface="Arial MT"/>
            </a:endParaRPr>
          </a:p>
          <a:p>
            <a:pPr marL="269240" indent="-256540">
              <a:lnSpc>
                <a:spcPct val="100000"/>
              </a:lnSpc>
              <a:spcBef>
                <a:spcPts val="385"/>
              </a:spcBef>
              <a:buClr>
                <a:srgbClr val="89D0D5"/>
              </a:buClr>
              <a:buSzPct val="79411"/>
              <a:buFont typeface="Wingdings"/>
              <a:buChar char=""/>
              <a:tabLst>
                <a:tab pos="269240" algn="l"/>
              </a:tabLst>
            </a:pPr>
            <a:r>
              <a:rPr sz="1700" spc="-10">
                <a:solidFill>
                  <a:srgbClr val="FFFFFF"/>
                </a:solidFill>
                <a:latin typeface="Arial MT"/>
                <a:cs typeface="Arial MT"/>
              </a:rPr>
              <a:t>Introduction</a:t>
            </a:r>
            <a:endParaRPr sz="1700">
              <a:latin typeface="Arial MT"/>
              <a:cs typeface="Arial MT"/>
            </a:endParaRPr>
          </a:p>
          <a:p>
            <a:pPr marL="269240" indent="-256540">
              <a:lnSpc>
                <a:spcPct val="100000"/>
              </a:lnSpc>
              <a:spcBef>
                <a:spcPts val="395"/>
              </a:spcBef>
              <a:buClr>
                <a:srgbClr val="89D0D5"/>
              </a:buClr>
              <a:buSzPct val="79411"/>
              <a:buFont typeface="Wingdings"/>
              <a:buChar char=""/>
              <a:tabLst>
                <a:tab pos="269240" algn="l"/>
              </a:tabLst>
            </a:pPr>
            <a:r>
              <a:rPr sz="1700">
                <a:solidFill>
                  <a:srgbClr val="FFFFFF"/>
                </a:solidFill>
                <a:latin typeface="Arial MT"/>
                <a:cs typeface="Arial MT"/>
              </a:rPr>
              <a:t>Existing</a:t>
            </a:r>
            <a:r>
              <a:rPr sz="1700" spc="-40">
                <a:solidFill>
                  <a:srgbClr val="FFFFFF"/>
                </a:solidFill>
                <a:latin typeface="Arial MT"/>
                <a:cs typeface="Arial MT"/>
              </a:rPr>
              <a:t> </a:t>
            </a:r>
            <a:r>
              <a:rPr sz="1700" spc="-10">
                <a:solidFill>
                  <a:srgbClr val="FFFFFF"/>
                </a:solidFill>
                <a:latin typeface="Arial MT"/>
                <a:cs typeface="Arial MT"/>
              </a:rPr>
              <a:t>System</a:t>
            </a:r>
            <a:endParaRPr sz="1700">
              <a:latin typeface="Arial MT"/>
              <a:cs typeface="Arial MT"/>
            </a:endParaRPr>
          </a:p>
          <a:p>
            <a:pPr marL="269240" indent="-256540">
              <a:lnSpc>
                <a:spcPct val="100000"/>
              </a:lnSpc>
              <a:spcBef>
                <a:spcPts val="400"/>
              </a:spcBef>
              <a:buClr>
                <a:srgbClr val="89D0D5"/>
              </a:buClr>
              <a:buSzPct val="79411"/>
              <a:buFont typeface="Wingdings"/>
              <a:buChar char=""/>
              <a:tabLst>
                <a:tab pos="269240" algn="l"/>
              </a:tabLst>
            </a:pPr>
            <a:r>
              <a:rPr sz="1700">
                <a:solidFill>
                  <a:srgbClr val="FFFFFF"/>
                </a:solidFill>
                <a:latin typeface="Arial MT"/>
                <a:cs typeface="Arial MT"/>
              </a:rPr>
              <a:t>Proposed</a:t>
            </a:r>
            <a:r>
              <a:rPr sz="1700" spc="-100">
                <a:solidFill>
                  <a:srgbClr val="FFFFFF"/>
                </a:solidFill>
                <a:latin typeface="Arial MT"/>
                <a:cs typeface="Arial MT"/>
              </a:rPr>
              <a:t> </a:t>
            </a:r>
            <a:r>
              <a:rPr sz="1700" spc="-10">
                <a:solidFill>
                  <a:srgbClr val="FFFFFF"/>
                </a:solidFill>
                <a:latin typeface="Arial MT"/>
                <a:cs typeface="Arial MT"/>
              </a:rPr>
              <a:t>System</a:t>
            </a:r>
            <a:endParaRPr sz="1700">
              <a:latin typeface="Arial MT"/>
              <a:cs typeface="Arial MT"/>
            </a:endParaRPr>
          </a:p>
          <a:p>
            <a:pPr marL="269240" indent="-256540">
              <a:lnSpc>
                <a:spcPct val="100000"/>
              </a:lnSpc>
              <a:spcBef>
                <a:spcPts val="385"/>
              </a:spcBef>
              <a:buClr>
                <a:srgbClr val="89D0D5"/>
              </a:buClr>
              <a:buSzPct val="79411"/>
              <a:buFont typeface="Wingdings"/>
              <a:buChar char=""/>
              <a:tabLst>
                <a:tab pos="269240" algn="l"/>
              </a:tabLst>
            </a:pPr>
            <a:r>
              <a:rPr sz="1700">
                <a:solidFill>
                  <a:srgbClr val="FFFFFF"/>
                </a:solidFill>
                <a:latin typeface="Arial MT"/>
                <a:cs typeface="Arial MT"/>
              </a:rPr>
              <a:t>Literature</a:t>
            </a:r>
            <a:r>
              <a:rPr sz="1700" spc="-50">
                <a:solidFill>
                  <a:srgbClr val="FFFFFF"/>
                </a:solidFill>
                <a:latin typeface="Arial MT"/>
                <a:cs typeface="Arial MT"/>
              </a:rPr>
              <a:t> </a:t>
            </a:r>
            <a:r>
              <a:rPr sz="1700" spc="-10">
                <a:solidFill>
                  <a:srgbClr val="FFFFFF"/>
                </a:solidFill>
                <a:latin typeface="Arial MT"/>
                <a:cs typeface="Arial MT"/>
              </a:rPr>
              <a:t>Survey</a:t>
            </a:r>
            <a:endParaRPr sz="1700">
              <a:latin typeface="Arial MT"/>
              <a:cs typeface="Arial MT"/>
            </a:endParaRPr>
          </a:p>
          <a:p>
            <a:pPr marL="269240" indent="-256540">
              <a:lnSpc>
                <a:spcPct val="100000"/>
              </a:lnSpc>
              <a:spcBef>
                <a:spcPts val="395"/>
              </a:spcBef>
              <a:buClr>
                <a:srgbClr val="89D0D5"/>
              </a:buClr>
              <a:buSzPct val="79411"/>
              <a:buFont typeface="Wingdings"/>
              <a:buChar char=""/>
              <a:tabLst>
                <a:tab pos="269240" algn="l"/>
              </a:tabLst>
            </a:pPr>
            <a:r>
              <a:rPr sz="1700">
                <a:solidFill>
                  <a:srgbClr val="FFFFFF"/>
                </a:solidFill>
                <a:latin typeface="Arial MT"/>
                <a:cs typeface="Arial MT"/>
              </a:rPr>
              <a:t>System</a:t>
            </a:r>
            <a:r>
              <a:rPr sz="1700" spc="-15">
                <a:solidFill>
                  <a:srgbClr val="FFFFFF"/>
                </a:solidFill>
                <a:latin typeface="Arial MT"/>
                <a:cs typeface="Arial MT"/>
              </a:rPr>
              <a:t> </a:t>
            </a:r>
            <a:r>
              <a:rPr sz="1700" spc="-10">
                <a:solidFill>
                  <a:srgbClr val="FFFFFF"/>
                </a:solidFill>
                <a:latin typeface="Arial MT"/>
                <a:cs typeface="Arial MT"/>
              </a:rPr>
              <a:t>Requirements</a:t>
            </a:r>
            <a:endParaRPr sz="1700">
              <a:latin typeface="Arial MT"/>
              <a:cs typeface="Arial MT"/>
            </a:endParaRPr>
          </a:p>
          <a:p>
            <a:pPr marL="269875" indent="-257175">
              <a:lnSpc>
                <a:spcPct val="100000"/>
              </a:lnSpc>
              <a:spcBef>
                <a:spcPts val="395"/>
              </a:spcBef>
              <a:buClr>
                <a:srgbClr val="89D0D5"/>
              </a:buClr>
              <a:buSzPct val="79411"/>
              <a:buFont typeface="Wingdings"/>
              <a:buChar char=""/>
              <a:tabLst>
                <a:tab pos="269875" algn="l"/>
              </a:tabLst>
            </a:pPr>
            <a:r>
              <a:rPr sz="1700">
                <a:solidFill>
                  <a:srgbClr val="FFFFFF"/>
                </a:solidFill>
                <a:latin typeface="Arial MT"/>
                <a:cs typeface="Arial MT"/>
              </a:rPr>
              <a:t>System</a:t>
            </a:r>
            <a:r>
              <a:rPr sz="1700" spc="-105">
                <a:solidFill>
                  <a:srgbClr val="FFFFFF"/>
                </a:solidFill>
                <a:latin typeface="Arial MT"/>
                <a:cs typeface="Arial MT"/>
              </a:rPr>
              <a:t> </a:t>
            </a:r>
            <a:r>
              <a:rPr sz="1700">
                <a:solidFill>
                  <a:srgbClr val="FFFFFF"/>
                </a:solidFill>
                <a:latin typeface="Arial MT"/>
                <a:cs typeface="Arial MT"/>
              </a:rPr>
              <a:t>Architecture</a:t>
            </a:r>
            <a:r>
              <a:rPr sz="1700" spc="-35">
                <a:solidFill>
                  <a:srgbClr val="FFFFFF"/>
                </a:solidFill>
                <a:latin typeface="Arial MT"/>
                <a:cs typeface="Arial MT"/>
              </a:rPr>
              <a:t> </a:t>
            </a:r>
            <a:r>
              <a:rPr sz="1700">
                <a:solidFill>
                  <a:srgbClr val="FFFFFF"/>
                </a:solidFill>
                <a:latin typeface="Arial MT"/>
                <a:cs typeface="Arial MT"/>
              </a:rPr>
              <a:t>and</a:t>
            </a:r>
            <a:r>
              <a:rPr sz="1700" spc="-30">
                <a:solidFill>
                  <a:srgbClr val="FFFFFF"/>
                </a:solidFill>
                <a:latin typeface="Arial MT"/>
                <a:cs typeface="Arial MT"/>
              </a:rPr>
              <a:t> </a:t>
            </a:r>
            <a:r>
              <a:rPr sz="1700" spc="-10">
                <a:solidFill>
                  <a:srgbClr val="FFFFFF"/>
                </a:solidFill>
                <a:latin typeface="Arial MT"/>
                <a:cs typeface="Arial MT"/>
              </a:rPr>
              <a:t>Methodology</a:t>
            </a:r>
            <a:endParaRPr sz="1700">
              <a:latin typeface="Arial MT"/>
              <a:cs typeface="Arial MT"/>
            </a:endParaRPr>
          </a:p>
          <a:p>
            <a:pPr marL="269240" indent="-256540">
              <a:lnSpc>
                <a:spcPct val="100000"/>
              </a:lnSpc>
              <a:spcBef>
                <a:spcPts val="385"/>
              </a:spcBef>
              <a:buClr>
                <a:srgbClr val="89D0D5"/>
              </a:buClr>
              <a:buSzPct val="79411"/>
              <a:buFont typeface="Wingdings"/>
              <a:buChar char=""/>
              <a:tabLst>
                <a:tab pos="269240" algn="l"/>
              </a:tabLst>
            </a:pPr>
            <a:r>
              <a:rPr sz="1700" spc="-10">
                <a:solidFill>
                  <a:srgbClr val="FFFFFF"/>
                </a:solidFill>
                <a:latin typeface="Arial MT"/>
                <a:cs typeface="Arial MT"/>
              </a:rPr>
              <a:t>Output</a:t>
            </a:r>
            <a:endParaRPr sz="1700">
              <a:latin typeface="Arial MT"/>
              <a:cs typeface="Arial MT"/>
            </a:endParaRPr>
          </a:p>
          <a:p>
            <a:pPr marL="269240" indent="-256540">
              <a:lnSpc>
                <a:spcPct val="100000"/>
              </a:lnSpc>
              <a:spcBef>
                <a:spcPts val="400"/>
              </a:spcBef>
              <a:buClr>
                <a:srgbClr val="89D0D5"/>
              </a:buClr>
              <a:buSzPct val="79411"/>
              <a:buFont typeface="Wingdings"/>
              <a:buChar char=""/>
              <a:tabLst>
                <a:tab pos="269240" algn="l"/>
              </a:tabLst>
            </a:pPr>
            <a:r>
              <a:rPr sz="1700" spc="-10">
                <a:solidFill>
                  <a:srgbClr val="FFFFFF"/>
                </a:solidFill>
                <a:latin typeface="Arial MT"/>
                <a:cs typeface="Arial MT"/>
              </a:rPr>
              <a:t>Conclusion</a:t>
            </a:r>
            <a:endParaRPr sz="1700">
              <a:latin typeface="Arial MT"/>
              <a:cs typeface="Arial MT"/>
            </a:endParaRPr>
          </a:p>
          <a:p>
            <a:pPr marL="269240" indent="-256540">
              <a:lnSpc>
                <a:spcPct val="100000"/>
              </a:lnSpc>
              <a:spcBef>
                <a:spcPts val="395"/>
              </a:spcBef>
              <a:buClr>
                <a:srgbClr val="89D0D5"/>
              </a:buClr>
              <a:buSzPct val="79411"/>
              <a:buFont typeface="Wingdings"/>
              <a:buChar char=""/>
              <a:tabLst>
                <a:tab pos="269240" algn="l"/>
              </a:tabLst>
            </a:pPr>
            <a:r>
              <a:rPr sz="1700">
                <a:solidFill>
                  <a:srgbClr val="FFFFFF"/>
                </a:solidFill>
                <a:latin typeface="Arial MT"/>
                <a:cs typeface="Arial MT"/>
              </a:rPr>
              <a:t>Future</a:t>
            </a:r>
            <a:r>
              <a:rPr sz="1700" spc="-15">
                <a:solidFill>
                  <a:srgbClr val="FFFFFF"/>
                </a:solidFill>
                <a:latin typeface="Arial MT"/>
                <a:cs typeface="Arial MT"/>
              </a:rPr>
              <a:t> </a:t>
            </a:r>
            <a:r>
              <a:rPr sz="1700" spc="-10">
                <a:solidFill>
                  <a:srgbClr val="FFFFFF"/>
                </a:solidFill>
                <a:latin typeface="Arial MT"/>
                <a:cs typeface="Arial MT"/>
              </a:rPr>
              <a:t>Enhancement</a:t>
            </a:r>
            <a:endParaRPr sz="1700">
              <a:latin typeface="Arial MT"/>
              <a:cs typeface="Arial MT"/>
            </a:endParaRPr>
          </a:p>
          <a:p>
            <a:pPr marL="269240" indent="-256540">
              <a:lnSpc>
                <a:spcPct val="100000"/>
              </a:lnSpc>
              <a:spcBef>
                <a:spcPts val="385"/>
              </a:spcBef>
              <a:buClr>
                <a:srgbClr val="89D0D5"/>
              </a:buClr>
              <a:buSzPct val="79411"/>
              <a:buFont typeface="Wingdings"/>
              <a:buChar char=""/>
              <a:tabLst>
                <a:tab pos="269240" algn="l"/>
              </a:tabLst>
            </a:pPr>
            <a:r>
              <a:rPr sz="1700" spc="-10">
                <a:solidFill>
                  <a:srgbClr val="FFFFFF"/>
                </a:solidFill>
                <a:latin typeface="Arial MT"/>
                <a:cs typeface="Arial MT"/>
              </a:rPr>
              <a:t>References</a:t>
            </a:r>
            <a:endParaRPr sz="1700">
              <a:latin typeface="Arial MT"/>
              <a:cs typeface="Arial MT"/>
            </a:endParaRPr>
          </a:p>
          <a:p>
            <a:pPr marL="269240" indent="-256540">
              <a:lnSpc>
                <a:spcPct val="100000"/>
              </a:lnSpc>
              <a:spcBef>
                <a:spcPts val="395"/>
              </a:spcBef>
              <a:buClr>
                <a:srgbClr val="89D0D5"/>
              </a:buClr>
              <a:buSzPct val="79411"/>
              <a:buFont typeface="Wingdings"/>
              <a:buChar char=""/>
              <a:tabLst>
                <a:tab pos="269240" algn="l"/>
              </a:tabLst>
            </a:pPr>
            <a:r>
              <a:rPr sz="1700">
                <a:solidFill>
                  <a:srgbClr val="FFFFFF"/>
                </a:solidFill>
                <a:latin typeface="Arial MT"/>
                <a:cs typeface="Arial MT"/>
              </a:rPr>
              <a:t>Thank</a:t>
            </a:r>
            <a:r>
              <a:rPr sz="1700" spc="-70">
                <a:solidFill>
                  <a:srgbClr val="FFFFFF"/>
                </a:solidFill>
                <a:latin typeface="Arial MT"/>
                <a:cs typeface="Arial MT"/>
              </a:rPr>
              <a:t> </a:t>
            </a:r>
            <a:r>
              <a:rPr sz="1700" spc="-25">
                <a:solidFill>
                  <a:srgbClr val="FFFFFF"/>
                </a:solidFill>
                <a:latin typeface="Arial MT"/>
                <a:cs typeface="Arial MT"/>
              </a:rPr>
              <a:t>You</a:t>
            </a:r>
            <a:endParaRPr sz="1700">
              <a:latin typeface="Arial MT"/>
              <a:cs typeface="Arial M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81000" y="826769"/>
            <a:ext cx="8458200" cy="3701013"/>
          </a:xfrm>
          <a:prstGeom prst="rect">
            <a:avLst/>
          </a:prstGeom>
        </p:spPr>
        <p:txBody>
          <a:bodyPr vert="horz" wrap="square" lIns="0" tIns="12700" rIns="0" bIns="0" rtlCol="0">
            <a:spAutoFit/>
          </a:bodyPr>
          <a:lstStyle/>
          <a:p>
            <a:pPr marL="12700" marR="5080" algn="just">
              <a:lnSpc>
                <a:spcPct val="150000"/>
              </a:lnSpc>
              <a:spcBef>
                <a:spcPts val="100"/>
              </a:spcBef>
            </a:pPr>
            <a:r>
              <a:rPr lang="en-US" sz="1800">
                <a:latin typeface="Arial MT"/>
                <a:cs typeface="Arial MT"/>
              </a:rPr>
              <a:t>This project aims to develop a functional and efficient text-to-speech (TTS) converter utilizing HTML, CSS, and JavaScript technologies. The TTS converter is designed to enable users to input text and generate audible speech output, bridging the gap between written and spoken communication. The implementation leverages modern web development techniques to create an interactive and user-friendly interface with HTML and CSS, and employs JavaScript to integrate speech synthesis capabilities, a core feature of Web Speech API. This tool has practical applications in enhancing accessibility for visually impaired individuals, language learning, and automated systems requiring vocal interaction. </a:t>
            </a:r>
          </a:p>
        </p:txBody>
      </p:sp>
      <p:sp>
        <p:nvSpPr>
          <p:cNvPr id="3" name="object 3"/>
          <p:cNvSpPr txBox="1">
            <a:spLocks noGrp="1"/>
          </p:cNvSpPr>
          <p:nvPr>
            <p:ph type="title"/>
          </p:nvPr>
        </p:nvSpPr>
        <p:spPr>
          <a:xfrm>
            <a:off x="3315629" y="203295"/>
            <a:ext cx="2780371" cy="505267"/>
          </a:xfrm>
          <a:prstGeom prst="rect">
            <a:avLst/>
          </a:prstGeom>
        </p:spPr>
        <p:txBody>
          <a:bodyPr vert="horz" wrap="square" lIns="0" tIns="12700" rIns="0" bIns="0" rtlCol="0">
            <a:spAutoFit/>
          </a:bodyPr>
          <a:lstStyle/>
          <a:p>
            <a:pPr marL="12700">
              <a:lnSpc>
                <a:spcPct val="100000"/>
              </a:lnSpc>
              <a:spcBef>
                <a:spcPts val="100"/>
              </a:spcBef>
            </a:pPr>
            <a:r>
              <a:rPr sz="3200" b="1" spc="-310" dirty="0">
                <a:solidFill>
                  <a:srgbClr val="FFC000"/>
                </a:solidFill>
                <a:latin typeface="Times New Roman" panose="02020603050405020304" pitchFamily="18" charset="0"/>
                <a:cs typeface="Times New Roman" panose="02020603050405020304" pitchFamily="18" charset="0"/>
              </a:rPr>
              <a:t>ABSTRACT</a:t>
            </a:r>
            <a:endParaRPr sz="3200" b="1" dirty="0">
              <a:solidFill>
                <a:srgbClr val="FFC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81000" y="826768"/>
            <a:ext cx="9753600" cy="4183381"/>
          </a:xfrm>
          <a:prstGeom prst="rect">
            <a:avLst/>
          </a:prstGeom>
        </p:spPr>
        <p:txBody>
          <a:bodyPr vert="horz" wrap="square" lIns="0" tIns="12700" rIns="0" bIns="0" rtlCol="0">
            <a:spAutoFit/>
          </a:bodyPr>
          <a:lstStyle/>
          <a:p>
            <a:pPr marL="12700" marR="5080" indent="36195" algn="just">
              <a:lnSpc>
                <a:spcPct val="150000"/>
              </a:lnSpc>
              <a:spcBef>
                <a:spcPts val="100"/>
              </a:spcBef>
            </a:pPr>
            <a:endParaRPr lang="en-US" sz="1800">
              <a:latin typeface="Arial MT"/>
              <a:cs typeface="Arial MT"/>
            </a:endParaRPr>
          </a:p>
        </p:txBody>
      </p:sp>
      <p:sp>
        <p:nvSpPr>
          <p:cNvPr id="3" name="object 3"/>
          <p:cNvSpPr txBox="1">
            <a:spLocks noGrp="1"/>
          </p:cNvSpPr>
          <p:nvPr>
            <p:ph type="title"/>
          </p:nvPr>
        </p:nvSpPr>
        <p:spPr>
          <a:xfrm>
            <a:off x="2832410" y="478376"/>
            <a:ext cx="3300761" cy="505267"/>
          </a:xfrm>
          <a:prstGeom prst="rect">
            <a:avLst/>
          </a:prstGeom>
        </p:spPr>
        <p:txBody>
          <a:bodyPr vert="horz" wrap="square" lIns="0" tIns="12700" rIns="0" bIns="0" rtlCol="0">
            <a:spAutoFit/>
          </a:bodyPr>
          <a:lstStyle/>
          <a:p>
            <a:pPr marL="12700">
              <a:lnSpc>
                <a:spcPct val="100000"/>
              </a:lnSpc>
              <a:spcBef>
                <a:spcPts val="100"/>
              </a:spcBef>
            </a:pPr>
            <a:r>
              <a:rPr sz="3200" b="1" spc="-310" dirty="0">
                <a:solidFill>
                  <a:srgbClr val="FFC000"/>
                </a:solidFill>
                <a:latin typeface="Times New Roman" panose="02020603050405020304" pitchFamily="18" charset="0"/>
                <a:cs typeface="Times New Roman" panose="02020603050405020304" pitchFamily="18" charset="0"/>
              </a:rPr>
              <a:t>INTRODUCTION</a:t>
            </a:r>
            <a:endParaRPr sz="3200" b="1" dirty="0">
              <a:solidFill>
                <a:srgbClr val="FFC000"/>
              </a:solidFill>
              <a:latin typeface="Times New Roman" panose="02020603050405020304" pitchFamily="18" charset="0"/>
              <a:cs typeface="Times New Roman" panose="02020603050405020304" pitchFamily="18" charset="0"/>
            </a:endParaRPr>
          </a:p>
        </p:txBody>
      </p:sp>
      <p:sp>
        <p:nvSpPr>
          <p:cNvPr id="5" name="Rectangle 2">
            <a:extLst>
              <a:ext uri="{FF2B5EF4-FFF2-40B4-BE49-F238E27FC236}">
                <a16:creationId xmlns:a16="http://schemas.microsoft.com/office/drawing/2014/main" id="{E4935D12-B1CE-66D5-9942-25D12A46CAE3}"/>
              </a:ext>
            </a:extLst>
          </p:cNvPr>
          <p:cNvSpPr>
            <a:spLocks noChangeArrowheads="1"/>
          </p:cNvSpPr>
          <p:nvPr/>
        </p:nvSpPr>
        <p:spPr bwMode="auto">
          <a:xfrm>
            <a:off x="609600" y="1351405"/>
            <a:ext cx="8458200" cy="28315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latin typeface="Arial MT"/>
              </a:rPr>
              <a:t>Enhances accessibility and ease of communication.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latin typeface="Arial MT"/>
              </a:rPr>
              <a:t>Enables auditory interaction with digital content.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latin typeface="Arial MT"/>
              </a:rPr>
              <a:t>Supports visually impaired individuals.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latin typeface="Arial MT"/>
              </a:rPr>
              <a:t>Assists in language learning.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latin typeface="Arial MT"/>
              </a:rPr>
              <a:t>Provides automated voice responses.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latin typeface="Arial MT"/>
              </a:rPr>
              <a:t>Web-based TTS converter using HTML, CSS, and JavaScript.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latin typeface="Arial MT"/>
              </a:rPr>
              <a:t>Uses Web Speech API for speech synthesis.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latin typeface="Arial MT"/>
              </a:rPr>
              <a:t>Intuitive design for user-friendliness.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i="0" u="none" strike="noStrike" cap="none" normalizeH="0" baseline="0" dirty="0">
              <a:ln>
                <a:noFill/>
              </a:ln>
              <a:solidFill>
                <a:schemeClr val="tx1"/>
              </a:solidFill>
              <a:effectLst/>
              <a:latin typeface="Arial MT"/>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200400" y="363728"/>
            <a:ext cx="3276600" cy="506730"/>
          </a:xfrm>
          <a:prstGeom prst="rect">
            <a:avLst/>
          </a:prstGeom>
        </p:spPr>
        <p:txBody>
          <a:bodyPr vert="horz" wrap="square" lIns="0" tIns="13335" rIns="0" bIns="0" rtlCol="0">
            <a:spAutoFit/>
          </a:bodyPr>
          <a:lstStyle/>
          <a:p>
            <a:pPr marL="12700">
              <a:lnSpc>
                <a:spcPct val="100000"/>
              </a:lnSpc>
              <a:spcBef>
                <a:spcPts val="105"/>
              </a:spcBef>
            </a:pPr>
            <a:r>
              <a:rPr sz="3200" b="1" spc="-150" dirty="0">
                <a:solidFill>
                  <a:srgbClr val="FFC000"/>
                </a:solidFill>
                <a:latin typeface="Times New Roman" panose="02020603050405020304" pitchFamily="18" charset="0"/>
                <a:cs typeface="Times New Roman" panose="02020603050405020304" pitchFamily="18" charset="0"/>
              </a:rPr>
              <a:t>OBJECTIVE</a:t>
            </a:r>
            <a:endParaRPr sz="3200" b="1" dirty="0">
              <a:solidFill>
                <a:srgbClr val="FFC000"/>
              </a:solidFill>
              <a:latin typeface="Times New Roman" panose="02020603050405020304" pitchFamily="18" charset="0"/>
              <a:cs typeface="Times New Roman" panose="02020603050405020304" pitchFamily="18" charset="0"/>
            </a:endParaRPr>
          </a:p>
        </p:txBody>
      </p:sp>
      <p:sp>
        <p:nvSpPr>
          <p:cNvPr id="3" name="object 3"/>
          <p:cNvSpPr txBox="1"/>
          <p:nvPr/>
        </p:nvSpPr>
        <p:spPr>
          <a:xfrm>
            <a:off x="669073" y="966440"/>
            <a:ext cx="7791032" cy="2982227"/>
          </a:xfrm>
          <a:prstGeom prst="rect">
            <a:avLst/>
          </a:prstGeom>
        </p:spPr>
        <p:txBody>
          <a:bodyPr vert="horz" wrap="square" lIns="0" tIns="149225" rIns="0" bIns="0" rtlCol="0">
            <a:spAutoFit/>
          </a:bodyPr>
          <a:lstStyle/>
          <a:p>
            <a:pPr marL="12700">
              <a:lnSpc>
                <a:spcPct val="100000"/>
              </a:lnSpc>
              <a:spcBef>
                <a:spcPts val="1175"/>
              </a:spcBef>
              <a:tabLst>
                <a:tab pos="528955" algn="l"/>
                <a:tab pos="1094105" algn="l"/>
                <a:tab pos="1395095" algn="l"/>
                <a:tab pos="1720850" algn="l"/>
                <a:tab pos="2490470" algn="l"/>
                <a:tab pos="2879090" algn="l"/>
                <a:tab pos="3876040" algn="l"/>
                <a:tab pos="4812030" algn="l"/>
                <a:tab pos="5673090" algn="l"/>
                <a:tab pos="6427470" algn="l"/>
                <a:tab pos="7007225" algn="l"/>
                <a:tab pos="7510145" algn="l"/>
              </a:tabLst>
            </a:pPr>
            <a:r>
              <a:rPr lang="en-US" sz="1800" spc="-10" dirty="0">
                <a:solidFill>
                  <a:srgbClr val="FFFFFF"/>
                </a:solidFill>
                <a:latin typeface="Arial MT"/>
                <a:cs typeface="Arial MT"/>
              </a:rPr>
              <a:t>Here’s the objective presented in points for clarity:</a:t>
            </a:r>
          </a:p>
          <a:p>
            <a:pPr marL="12700">
              <a:lnSpc>
                <a:spcPct val="100000"/>
              </a:lnSpc>
              <a:spcBef>
                <a:spcPts val="1175"/>
              </a:spcBef>
              <a:tabLst>
                <a:tab pos="528955" algn="l"/>
                <a:tab pos="1094105" algn="l"/>
                <a:tab pos="1395095" algn="l"/>
                <a:tab pos="1720850" algn="l"/>
                <a:tab pos="2490470" algn="l"/>
                <a:tab pos="2879090" algn="l"/>
                <a:tab pos="3876040" algn="l"/>
                <a:tab pos="4812030" algn="l"/>
                <a:tab pos="5673090" algn="l"/>
                <a:tab pos="6427470" algn="l"/>
                <a:tab pos="7007225" algn="l"/>
                <a:tab pos="7510145" algn="l"/>
              </a:tabLst>
            </a:pPr>
            <a:r>
              <a:rPr lang="en-US" sz="1800" dirty="0">
                <a:latin typeface="Arial MT"/>
                <a:cs typeface="Arial MT"/>
              </a:rPr>
              <a:t>1.Develop a web-based text-to-speech (TTS) converter using HTML, CSS, and JavaScript.</a:t>
            </a:r>
          </a:p>
          <a:p>
            <a:pPr marL="12700">
              <a:lnSpc>
                <a:spcPct val="100000"/>
              </a:lnSpc>
              <a:spcBef>
                <a:spcPts val="1175"/>
              </a:spcBef>
              <a:tabLst>
                <a:tab pos="528955" algn="l"/>
                <a:tab pos="1094105" algn="l"/>
                <a:tab pos="1395095" algn="l"/>
                <a:tab pos="1720850" algn="l"/>
                <a:tab pos="2490470" algn="l"/>
                <a:tab pos="2879090" algn="l"/>
                <a:tab pos="3876040" algn="l"/>
                <a:tab pos="4812030" algn="l"/>
                <a:tab pos="5673090" algn="l"/>
                <a:tab pos="6427470" algn="l"/>
                <a:tab pos="7007225" algn="l"/>
                <a:tab pos="7510145" algn="l"/>
              </a:tabLst>
            </a:pPr>
            <a:r>
              <a:rPr lang="en-US" dirty="0">
                <a:latin typeface="Arial MT"/>
                <a:cs typeface="Arial MT"/>
              </a:rPr>
              <a:t>2. Enable seamless conversion of written text into audible speech for improved accessibility.</a:t>
            </a:r>
          </a:p>
          <a:p>
            <a:pPr marL="12700">
              <a:lnSpc>
                <a:spcPct val="100000"/>
              </a:lnSpc>
              <a:spcBef>
                <a:spcPts val="1175"/>
              </a:spcBef>
              <a:tabLst>
                <a:tab pos="528955" algn="l"/>
                <a:tab pos="1094105" algn="l"/>
                <a:tab pos="1395095" algn="l"/>
                <a:tab pos="1720850" algn="l"/>
                <a:tab pos="2490470" algn="l"/>
                <a:tab pos="2879090" algn="l"/>
                <a:tab pos="3876040" algn="l"/>
                <a:tab pos="4812030" algn="l"/>
                <a:tab pos="5673090" algn="l"/>
                <a:tab pos="6427470" algn="l"/>
                <a:tab pos="7007225" algn="l"/>
                <a:tab pos="7510145" algn="l"/>
              </a:tabLst>
            </a:pPr>
            <a:r>
              <a:rPr lang="en-US" sz="1800" dirty="0">
                <a:latin typeface="Arial MT"/>
                <a:cs typeface="Arial MT"/>
              </a:rPr>
              <a:t>3. Design a user-friendly interface that promotes intuitive usage.</a:t>
            </a:r>
          </a:p>
          <a:p>
            <a:pPr marL="12700">
              <a:lnSpc>
                <a:spcPct val="100000"/>
              </a:lnSpc>
              <a:spcBef>
                <a:spcPts val="1175"/>
              </a:spcBef>
              <a:tabLst>
                <a:tab pos="528955" algn="l"/>
                <a:tab pos="1094105" algn="l"/>
                <a:tab pos="1395095" algn="l"/>
                <a:tab pos="1720850" algn="l"/>
                <a:tab pos="2490470" algn="l"/>
                <a:tab pos="2879090" algn="l"/>
                <a:tab pos="3876040" algn="l"/>
                <a:tab pos="4812030" algn="l"/>
                <a:tab pos="5673090" algn="l"/>
                <a:tab pos="6427470" algn="l"/>
                <a:tab pos="7007225" algn="l"/>
                <a:tab pos="7510145" algn="l"/>
              </a:tabLst>
            </a:pPr>
            <a:r>
              <a:rPr lang="en-US" dirty="0">
                <a:latin typeface="Arial MT"/>
                <a:cs typeface="Arial MT"/>
              </a:rPr>
              <a:t>4. Leverage the Web Speech API for accurate and efficient speech synthesis.</a:t>
            </a:r>
            <a:endParaRPr sz="1800" dirty="0">
              <a:latin typeface="Arial MT"/>
              <a:cs typeface="Arial MT"/>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2541523" y="81389"/>
            <a:ext cx="3787140" cy="505267"/>
          </a:xfrm>
          <a:prstGeom prst="rect">
            <a:avLst/>
          </a:prstGeom>
        </p:spPr>
        <p:txBody>
          <a:bodyPr vert="horz" wrap="square" lIns="0" tIns="12700" rIns="0" bIns="0" rtlCol="0">
            <a:spAutoFit/>
          </a:bodyPr>
          <a:lstStyle/>
          <a:p>
            <a:pPr marL="12700">
              <a:lnSpc>
                <a:spcPct val="100000"/>
              </a:lnSpc>
              <a:spcBef>
                <a:spcPts val="100"/>
              </a:spcBef>
            </a:pPr>
            <a:r>
              <a:rPr sz="3200" b="1" spc="-270" dirty="0">
                <a:solidFill>
                  <a:srgbClr val="FFC000"/>
                </a:solidFill>
                <a:latin typeface="Times New Roman" panose="02020603050405020304" pitchFamily="18" charset="0"/>
                <a:cs typeface="Times New Roman" panose="02020603050405020304" pitchFamily="18" charset="0"/>
              </a:rPr>
              <a:t>EXISTING</a:t>
            </a:r>
            <a:r>
              <a:rPr lang="en-IN" sz="3200" b="1" spc="-270" dirty="0">
                <a:solidFill>
                  <a:srgbClr val="FFC000"/>
                </a:solidFill>
                <a:latin typeface="Times New Roman" panose="02020603050405020304" pitchFamily="18" charset="0"/>
                <a:cs typeface="Times New Roman" panose="02020603050405020304" pitchFamily="18" charset="0"/>
              </a:rPr>
              <a:t>   </a:t>
            </a:r>
            <a:r>
              <a:rPr sz="3200" b="1" spc="-575" dirty="0">
                <a:solidFill>
                  <a:srgbClr val="FFC000"/>
                </a:solidFill>
                <a:latin typeface="Times New Roman" panose="02020603050405020304" pitchFamily="18" charset="0"/>
                <a:cs typeface="Times New Roman" panose="02020603050405020304" pitchFamily="18" charset="0"/>
              </a:rPr>
              <a:t> </a:t>
            </a:r>
            <a:r>
              <a:rPr sz="3200" b="1" spc="-300" dirty="0">
                <a:solidFill>
                  <a:srgbClr val="FFC000"/>
                </a:solidFill>
                <a:latin typeface="Times New Roman" panose="02020603050405020304" pitchFamily="18" charset="0"/>
                <a:cs typeface="Times New Roman" panose="02020603050405020304" pitchFamily="18" charset="0"/>
              </a:rPr>
              <a:t>SYSTEM</a:t>
            </a:r>
            <a:endParaRPr sz="3200" b="1" dirty="0">
              <a:solidFill>
                <a:srgbClr val="FFC000"/>
              </a:solidFill>
              <a:latin typeface="Times New Roman" panose="02020603050405020304" pitchFamily="18" charset="0"/>
              <a:cs typeface="Times New Roman" panose="02020603050405020304" pitchFamily="18" charset="0"/>
            </a:endParaRPr>
          </a:p>
        </p:txBody>
      </p:sp>
      <p:sp>
        <p:nvSpPr>
          <p:cNvPr id="2" name="object 2"/>
          <p:cNvSpPr txBox="1">
            <a:spLocks noGrp="1"/>
          </p:cNvSpPr>
          <p:nvPr>
            <p:ph idx="1"/>
          </p:nvPr>
        </p:nvSpPr>
        <p:spPr>
          <a:xfrm>
            <a:off x="237893" y="831664"/>
            <a:ext cx="8829908" cy="3954929"/>
          </a:xfrm>
          <a:prstGeom prst="rect">
            <a:avLst/>
          </a:prstGeom>
        </p:spPr>
        <p:txBody>
          <a:bodyPr vert="horz" wrap="square" lIns="0" tIns="12700" rIns="0" bIns="0" rtlCol="0">
            <a:spAutoFit/>
          </a:bodyPr>
          <a:lstStyle/>
          <a:p>
            <a:pPr marL="0" marR="8255" indent="0" algn="just">
              <a:lnSpc>
                <a:spcPct val="150000"/>
              </a:lnSpc>
              <a:spcBef>
                <a:spcPts val="100"/>
              </a:spcBef>
              <a:buNone/>
            </a:pPr>
            <a:r>
              <a:rPr sz="1800" dirty="0">
                <a:latin typeface="Arial MT"/>
              </a:rPr>
              <a:t>Existing</a:t>
            </a:r>
            <a:r>
              <a:rPr sz="1800" spc="35" dirty="0">
                <a:latin typeface="Arial MT"/>
              </a:rPr>
              <a:t> </a:t>
            </a:r>
            <a:r>
              <a:rPr sz="1800" dirty="0">
                <a:latin typeface="Arial MT"/>
              </a:rPr>
              <a:t>system</a:t>
            </a:r>
            <a:r>
              <a:rPr sz="1800" spc="30" dirty="0">
                <a:latin typeface="Arial MT"/>
              </a:rPr>
              <a:t> </a:t>
            </a:r>
            <a:r>
              <a:rPr sz="1800" dirty="0">
                <a:latin typeface="Arial MT"/>
              </a:rPr>
              <a:t>does</a:t>
            </a:r>
            <a:r>
              <a:rPr sz="1800" spc="40" dirty="0">
                <a:latin typeface="Arial MT"/>
              </a:rPr>
              <a:t> </a:t>
            </a:r>
            <a:r>
              <a:rPr sz="1800" dirty="0">
                <a:latin typeface="Arial MT"/>
              </a:rPr>
              <a:t>not</a:t>
            </a:r>
            <a:r>
              <a:rPr sz="1800" spc="35" dirty="0">
                <a:latin typeface="Arial MT"/>
              </a:rPr>
              <a:t> </a:t>
            </a:r>
            <a:r>
              <a:rPr sz="1800" dirty="0">
                <a:latin typeface="Arial MT"/>
              </a:rPr>
              <a:t>use</a:t>
            </a:r>
            <a:r>
              <a:rPr sz="1800" spc="40" dirty="0">
                <a:latin typeface="Arial MT"/>
              </a:rPr>
              <a:t> </a:t>
            </a:r>
            <a:r>
              <a:rPr sz="1800" dirty="0">
                <a:latin typeface="Arial MT"/>
              </a:rPr>
              <a:t>the</a:t>
            </a:r>
            <a:r>
              <a:rPr sz="1800" spc="35" dirty="0">
                <a:latin typeface="Arial MT"/>
              </a:rPr>
              <a:t> </a:t>
            </a:r>
            <a:r>
              <a:rPr sz="1800" dirty="0">
                <a:latin typeface="Arial MT"/>
              </a:rPr>
              <a:t>smart</a:t>
            </a:r>
            <a:r>
              <a:rPr sz="1800" spc="35" dirty="0">
                <a:latin typeface="Arial MT"/>
              </a:rPr>
              <a:t> </a:t>
            </a:r>
            <a:r>
              <a:rPr sz="1800" dirty="0">
                <a:latin typeface="Arial MT"/>
              </a:rPr>
              <a:t>concept</a:t>
            </a:r>
            <a:r>
              <a:rPr sz="1800" spc="40" dirty="0">
                <a:latin typeface="Arial MT"/>
              </a:rPr>
              <a:t> </a:t>
            </a:r>
            <a:r>
              <a:rPr sz="1800" dirty="0">
                <a:latin typeface="Arial MT"/>
              </a:rPr>
              <a:t>which</a:t>
            </a:r>
            <a:r>
              <a:rPr sz="1800" spc="30" dirty="0">
                <a:latin typeface="Arial MT"/>
              </a:rPr>
              <a:t> </a:t>
            </a:r>
            <a:r>
              <a:rPr sz="1800" dirty="0">
                <a:latin typeface="Arial MT"/>
              </a:rPr>
              <a:t>are</a:t>
            </a:r>
            <a:r>
              <a:rPr sz="1800" spc="30" dirty="0">
                <a:latin typeface="Arial MT"/>
              </a:rPr>
              <a:t> </a:t>
            </a:r>
            <a:r>
              <a:rPr sz="1800" dirty="0">
                <a:latin typeface="Arial MT"/>
              </a:rPr>
              <a:t>is</a:t>
            </a:r>
            <a:r>
              <a:rPr sz="1800" spc="40" dirty="0">
                <a:latin typeface="Arial MT"/>
              </a:rPr>
              <a:t> </a:t>
            </a:r>
            <a:r>
              <a:rPr sz="1800" dirty="0">
                <a:latin typeface="Arial MT"/>
              </a:rPr>
              <a:t>now</a:t>
            </a:r>
            <a:r>
              <a:rPr sz="1800" spc="20" dirty="0">
                <a:latin typeface="Arial MT"/>
              </a:rPr>
              <a:t> </a:t>
            </a:r>
            <a:r>
              <a:rPr sz="1800" dirty="0">
                <a:latin typeface="Arial MT"/>
              </a:rPr>
              <a:t>a</a:t>
            </a:r>
            <a:r>
              <a:rPr sz="1800" spc="40" dirty="0">
                <a:latin typeface="Arial MT"/>
              </a:rPr>
              <a:t> </a:t>
            </a:r>
            <a:r>
              <a:rPr sz="1800" dirty="0">
                <a:latin typeface="Arial MT"/>
              </a:rPr>
              <a:t>days.</a:t>
            </a:r>
            <a:r>
              <a:rPr lang="en-US" sz="1800" dirty="0">
                <a:latin typeface="Arial"/>
                <a:cs typeface="Arial"/>
              </a:rPr>
              <a:t> Often lacks natural rhythm and intonation, sounding robotic.</a:t>
            </a:r>
            <a:r>
              <a:rPr lang="en-IN" sz="1800" spc="45" dirty="0">
                <a:latin typeface="Arial MT"/>
              </a:rPr>
              <a:t> </a:t>
            </a:r>
            <a:r>
              <a:rPr lang="en-US" sz="1800" dirty="0">
                <a:latin typeface="Arial"/>
                <a:cs typeface="Arial"/>
              </a:rPr>
              <a:t>High-quality engines can be expensive in existing system.</a:t>
            </a:r>
            <a:endParaRPr lang="en-IN" sz="1800" spc="-20" dirty="0">
              <a:latin typeface="Arial MT"/>
            </a:endParaRPr>
          </a:p>
          <a:p>
            <a:pPr marL="0" marR="95250" indent="0" algn="ctr">
              <a:lnSpc>
                <a:spcPct val="100000"/>
              </a:lnSpc>
              <a:spcBef>
                <a:spcPts val="1095"/>
              </a:spcBef>
              <a:buNone/>
            </a:pPr>
            <a:r>
              <a:rPr lang="en-IN" sz="2400" b="1" spc="-70" dirty="0">
                <a:solidFill>
                  <a:srgbClr val="FFC000"/>
                </a:solidFill>
                <a:latin typeface="Times New Roman" panose="02020603050405020304" pitchFamily="18" charset="0"/>
                <a:cs typeface="Times New Roman" panose="02020603050405020304" pitchFamily="18" charset="0"/>
              </a:rPr>
              <a:t>Disadvantages</a:t>
            </a:r>
            <a:r>
              <a:rPr lang="en-IN" sz="2400" b="1" spc="-65" dirty="0">
                <a:solidFill>
                  <a:srgbClr val="FFC000"/>
                </a:solidFill>
                <a:latin typeface="Times New Roman" panose="02020603050405020304" pitchFamily="18" charset="0"/>
                <a:cs typeface="Times New Roman" panose="02020603050405020304" pitchFamily="18" charset="0"/>
              </a:rPr>
              <a:t> </a:t>
            </a:r>
            <a:r>
              <a:rPr lang="en-IN" sz="2400" b="1" spc="-20" dirty="0">
                <a:solidFill>
                  <a:srgbClr val="FFC000"/>
                </a:solidFill>
                <a:latin typeface="Times New Roman" panose="02020603050405020304" pitchFamily="18" charset="0"/>
                <a:cs typeface="Times New Roman" panose="02020603050405020304" pitchFamily="18" charset="0"/>
              </a:rPr>
              <a:t>Of</a:t>
            </a:r>
            <a:r>
              <a:rPr lang="en-IN" sz="2400" b="1" spc="-65" dirty="0">
                <a:solidFill>
                  <a:srgbClr val="FFC000"/>
                </a:solidFill>
                <a:latin typeface="Times New Roman" panose="02020603050405020304" pitchFamily="18" charset="0"/>
                <a:cs typeface="Times New Roman" panose="02020603050405020304" pitchFamily="18" charset="0"/>
              </a:rPr>
              <a:t> </a:t>
            </a:r>
            <a:r>
              <a:rPr lang="en-IN" sz="2400" b="1" spc="-100" dirty="0">
                <a:solidFill>
                  <a:srgbClr val="FFC000"/>
                </a:solidFill>
                <a:latin typeface="Times New Roman" panose="02020603050405020304" pitchFamily="18" charset="0"/>
                <a:cs typeface="Times New Roman" panose="02020603050405020304" pitchFamily="18" charset="0"/>
              </a:rPr>
              <a:t>Existing</a:t>
            </a:r>
            <a:r>
              <a:rPr lang="en-IN" sz="2400" b="1" spc="-30" dirty="0">
                <a:solidFill>
                  <a:srgbClr val="FFC000"/>
                </a:solidFill>
                <a:latin typeface="Times New Roman" panose="02020603050405020304" pitchFamily="18" charset="0"/>
                <a:cs typeface="Times New Roman" panose="02020603050405020304" pitchFamily="18" charset="0"/>
              </a:rPr>
              <a:t> </a:t>
            </a:r>
            <a:r>
              <a:rPr lang="en-IN" sz="2400" b="1" spc="-10" dirty="0">
                <a:solidFill>
                  <a:srgbClr val="FFC000"/>
                </a:solidFill>
                <a:latin typeface="Times New Roman" panose="02020603050405020304" pitchFamily="18" charset="0"/>
                <a:cs typeface="Times New Roman" panose="02020603050405020304" pitchFamily="18" charset="0"/>
              </a:rPr>
              <a:t>System</a:t>
            </a:r>
            <a:endParaRPr lang="en-US" sz="2400" dirty="0">
              <a:solidFill>
                <a:srgbClr val="FFC000"/>
              </a:solidFill>
              <a:latin typeface="Times New Roman" panose="02020603050405020304" pitchFamily="18" charset="0"/>
              <a:cs typeface="Times New Roman" panose="02020603050405020304" pitchFamily="18" charset="0"/>
            </a:endParaRPr>
          </a:p>
          <a:p>
            <a:pPr marR="95250">
              <a:lnSpc>
                <a:spcPct val="100000"/>
              </a:lnSpc>
              <a:spcBef>
                <a:spcPts val="1095"/>
              </a:spcBef>
            </a:pPr>
            <a:r>
              <a:rPr lang="en-US" sz="1800" dirty="0">
                <a:latin typeface="Arial"/>
                <a:cs typeface="Arial"/>
              </a:rPr>
              <a:t> Pronunciation Issues: Can mispronounce words, especially proper nouns. </a:t>
            </a:r>
          </a:p>
          <a:p>
            <a:pPr marR="95250">
              <a:lnSpc>
                <a:spcPct val="100000"/>
              </a:lnSpc>
              <a:spcBef>
                <a:spcPts val="1095"/>
              </a:spcBef>
            </a:pPr>
            <a:r>
              <a:rPr lang="en-US" sz="1800" dirty="0">
                <a:latin typeface="Arial"/>
                <a:cs typeface="Arial"/>
              </a:rPr>
              <a:t>Context Blindness: May misinterpret meaning based on context.</a:t>
            </a:r>
          </a:p>
          <a:p>
            <a:pPr marR="95250">
              <a:lnSpc>
                <a:spcPct val="100000"/>
              </a:lnSpc>
              <a:spcBef>
                <a:spcPts val="1095"/>
              </a:spcBef>
            </a:pPr>
            <a:r>
              <a:rPr lang="en-US" sz="1800" dirty="0">
                <a:latin typeface="Arial"/>
                <a:cs typeface="Arial"/>
              </a:rPr>
              <a:t>Voice Limitations: Limited variety and customization options. </a:t>
            </a:r>
          </a:p>
          <a:p>
            <a:pPr marR="95250">
              <a:lnSpc>
                <a:spcPct val="100000"/>
              </a:lnSpc>
              <a:spcBef>
                <a:spcPts val="1095"/>
              </a:spcBef>
            </a:pPr>
            <a:r>
              <a:rPr lang="en-US" sz="1800" dirty="0">
                <a:latin typeface="Arial"/>
                <a:cs typeface="Arial"/>
              </a:rPr>
              <a:t>Resource Intensive: Some advanced systems require significant processing power. </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364994" y="176512"/>
            <a:ext cx="4169410" cy="505267"/>
          </a:xfrm>
          <a:prstGeom prst="rect">
            <a:avLst/>
          </a:prstGeom>
        </p:spPr>
        <p:txBody>
          <a:bodyPr vert="horz" wrap="square" lIns="0" tIns="12700" rIns="0" bIns="0" rtlCol="0">
            <a:spAutoFit/>
          </a:bodyPr>
          <a:lstStyle/>
          <a:p>
            <a:pPr marL="12700">
              <a:lnSpc>
                <a:spcPct val="100000"/>
              </a:lnSpc>
              <a:spcBef>
                <a:spcPts val="100"/>
              </a:spcBef>
            </a:pPr>
            <a:r>
              <a:rPr sz="3200" b="1" spc="-240" dirty="0">
                <a:solidFill>
                  <a:srgbClr val="FFC000"/>
                </a:solidFill>
                <a:latin typeface="Times New Roman" panose="02020603050405020304" pitchFamily="18" charset="0"/>
                <a:cs typeface="Times New Roman" panose="02020603050405020304" pitchFamily="18" charset="0"/>
              </a:rPr>
              <a:t>PROPOSED</a:t>
            </a:r>
            <a:r>
              <a:rPr lang="en-IN" sz="3200" b="1" spc="-240" dirty="0">
                <a:solidFill>
                  <a:srgbClr val="FFC000"/>
                </a:solidFill>
                <a:latin typeface="Times New Roman" panose="02020603050405020304" pitchFamily="18" charset="0"/>
                <a:cs typeface="Times New Roman" panose="02020603050405020304" pitchFamily="18" charset="0"/>
              </a:rPr>
              <a:t>  </a:t>
            </a:r>
            <a:r>
              <a:rPr sz="3200" b="1" spc="-370" dirty="0">
                <a:solidFill>
                  <a:srgbClr val="FFC000"/>
                </a:solidFill>
                <a:latin typeface="Times New Roman" panose="02020603050405020304" pitchFamily="18" charset="0"/>
                <a:cs typeface="Times New Roman" panose="02020603050405020304" pitchFamily="18" charset="0"/>
              </a:rPr>
              <a:t> </a:t>
            </a:r>
            <a:r>
              <a:rPr sz="3200" b="1" spc="-175" dirty="0">
                <a:solidFill>
                  <a:srgbClr val="FFC000"/>
                </a:solidFill>
                <a:latin typeface="Times New Roman" panose="02020603050405020304" pitchFamily="18" charset="0"/>
                <a:cs typeface="Times New Roman" panose="02020603050405020304" pitchFamily="18" charset="0"/>
              </a:rPr>
              <a:t>SYSTEM</a:t>
            </a:r>
            <a:endParaRPr sz="3200" b="1" dirty="0">
              <a:solidFill>
                <a:srgbClr val="FFC000"/>
              </a:solidFill>
              <a:latin typeface="Times New Roman" panose="02020603050405020304" pitchFamily="18" charset="0"/>
              <a:cs typeface="Times New Roman" panose="02020603050405020304" pitchFamily="18" charset="0"/>
            </a:endParaRPr>
          </a:p>
        </p:txBody>
      </p:sp>
      <p:sp>
        <p:nvSpPr>
          <p:cNvPr id="3" name="object 3"/>
          <p:cNvSpPr txBox="1"/>
          <p:nvPr/>
        </p:nvSpPr>
        <p:spPr>
          <a:xfrm>
            <a:off x="386576" y="895349"/>
            <a:ext cx="8460058" cy="3565912"/>
          </a:xfrm>
          <a:prstGeom prst="rect">
            <a:avLst/>
          </a:prstGeom>
        </p:spPr>
        <p:txBody>
          <a:bodyPr vert="horz" wrap="square" lIns="0" tIns="14604" rIns="0" bIns="0" rtlCol="0">
            <a:spAutoFit/>
          </a:bodyPr>
          <a:lstStyle/>
          <a:p>
            <a:pPr marL="12700" marR="5080" indent="382270">
              <a:lnSpc>
                <a:spcPct val="150900"/>
              </a:lnSpc>
              <a:spcBef>
                <a:spcPts val="114"/>
              </a:spcBef>
            </a:pPr>
            <a:r>
              <a:rPr dirty="0">
                <a:solidFill>
                  <a:srgbClr val="FFFFFF"/>
                </a:solidFill>
                <a:latin typeface="Arial MT"/>
                <a:cs typeface="Arial MT"/>
              </a:rPr>
              <a:t>Introducing</a:t>
            </a:r>
            <a:r>
              <a:rPr spc="125" dirty="0">
                <a:solidFill>
                  <a:srgbClr val="FFFFFF"/>
                </a:solidFill>
                <a:latin typeface="Arial MT"/>
                <a:cs typeface="Arial MT"/>
              </a:rPr>
              <a:t> </a:t>
            </a:r>
            <a:r>
              <a:rPr dirty="0">
                <a:solidFill>
                  <a:srgbClr val="FFFFFF"/>
                </a:solidFill>
                <a:latin typeface="Arial MT"/>
                <a:cs typeface="Arial MT"/>
              </a:rPr>
              <a:t>our</a:t>
            </a:r>
            <a:r>
              <a:rPr spc="114" dirty="0">
                <a:solidFill>
                  <a:srgbClr val="FFFFFF"/>
                </a:solidFill>
                <a:latin typeface="Arial MT"/>
                <a:cs typeface="Arial MT"/>
              </a:rPr>
              <a:t> </a:t>
            </a:r>
            <a:r>
              <a:rPr dirty="0">
                <a:solidFill>
                  <a:srgbClr val="FFFFFF"/>
                </a:solidFill>
                <a:latin typeface="Arial MT"/>
                <a:cs typeface="Arial MT"/>
              </a:rPr>
              <a:t>revolutionary</a:t>
            </a:r>
            <a:r>
              <a:rPr spc="120" dirty="0">
                <a:solidFill>
                  <a:srgbClr val="FFFFFF"/>
                </a:solidFill>
                <a:latin typeface="Arial MT"/>
                <a:cs typeface="Arial MT"/>
              </a:rPr>
              <a:t> </a:t>
            </a:r>
            <a:r>
              <a:rPr lang="en-IN" spc="120" dirty="0">
                <a:solidFill>
                  <a:srgbClr val="FFFFFF"/>
                </a:solidFill>
                <a:latin typeface="Arial MT"/>
                <a:cs typeface="Arial MT"/>
              </a:rPr>
              <a:t>Type2Tone</a:t>
            </a:r>
            <a:r>
              <a:rPr b="1" spc="120" dirty="0">
                <a:solidFill>
                  <a:srgbClr val="FFFFFF"/>
                </a:solidFill>
                <a:latin typeface="Arial"/>
                <a:cs typeface="Arial"/>
              </a:rPr>
              <a:t> </a:t>
            </a:r>
            <a:r>
              <a:rPr dirty="0">
                <a:solidFill>
                  <a:srgbClr val="FFFFFF"/>
                </a:solidFill>
                <a:latin typeface="Arial MT"/>
                <a:cs typeface="Arial MT"/>
              </a:rPr>
              <a:t>using</a:t>
            </a:r>
            <a:r>
              <a:rPr spc="125" dirty="0">
                <a:solidFill>
                  <a:srgbClr val="FFFFFF"/>
                </a:solidFill>
                <a:latin typeface="Arial MT"/>
                <a:cs typeface="Arial MT"/>
              </a:rPr>
              <a:t> </a:t>
            </a:r>
            <a:r>
              <a:rPr b="1" dirty="0">
                <a:solidFill>
                  <a:srgbClr val="FFFFFF"/>
                </a:solidFill>
                <a:latin typeface="Arial"/>
                <a:cs typeface="Arial"/>
              </a:rPr>
              <a:t>HTML,</a:t>
            </a:r>
            <a:r>
              <a:rPr b="1" spc="120" dirty="0">
                <a:solidFill>
                  <a:srgbClr val="FFFFFF"/>
                </a:solidFill>
                <a:latin typeface="Arial"/>
                <a:cs typeface="Arial"/>
              </a:rPr>
              <a:t> </a:t>
            </a:r>
            <a:r>
              <a:rPr b="1" dirty="0">
                <a:solidFill>
                  <a:srgbClr val="FFFFFF"/>
                </a:solidFill>
                <a:latin typeface="Arial"/>
                <a:cs typeface="Arial"/>
              </a:rPr>
              <a:t>CSS</a:t>
            </a:r>
            <a:r>
              <a:rPr b="1" spc="125" dirty="0">
                <a:solidFill>
                  <a:srgbClr val="FFFFFF"/>
                </a:solidFill>
                <a:latin typeface="Arial"/>
                <a:cs typeface="Arial"/>
              </a:rPr>
              <a:t> </a:t>
            </a:r>
            <a:r>
              <a:rPr spc="-25" dirty="0">
                <a:solidFill>
                  <a:srgbClr val="FFFFFF"/>
                </a:solidFill>
                <a:latin typeface="Arial MT"/>
                <a:cs typeface="Arial MT"/>
              </a:rPr>
              <a:t>and </a:t>
            </a:r>
            <a:r>
              <a:rPr b="1" spc="-80" dirty="0" err="1">
                <a:solidFill>
                  <a:srgbClr val="FFFFFF"/>
                </a:solidFill>
                <a:latin typeface="Arial"/>
                <a:cs typeface="Arial"/>
              </a:rPr>
              <a:t>Javascript</a:t>
            </a:r>
            <a:r>
              <a:rPr b="1" spc="-15" dirty="0">
                <a:solidFill>
                  <a:srgbClr val="FFFFFF"/>
                </a:solidFill>
                <a:latin typeface="Arial"/>
                <a:cs typeface="Arial"/>
              </a:rPr>
              <a:t> </a:t>
            </a:r>
            <a:r>
              <a:rPr dirty="0">
                <a:solidFill>
                  <a:srgbClr val="FFFFFF"/>
                </a:solidFill>
                <a:latin typeface="Arial MT"/>
                <a:cs typeface="Arial MT"/>
              </a:rPr>
              <a:t>is</a:t>
            </a:r>
            <a:r>
              <a:rPr spc="-20" dirty="0">
                <a:solidFill>
                  <a:srgbClr val="FFFFFF"/>
                </a:solidFill>
                <a:latin typeface="Arial MT"/>
                <a:cs typeface="Arial MT"/>
              </a:rPr>
              <a:t> </a:t>
            </a:r>
            <a:r>
              <a:rPr dirty="0">
                <a:solidFill>
                  <a:srgbClr val="FFFFFF"/>
                </a:solidFill>
                <a:latin typeface="Arial MT"/>
                <a:cs typeface="Arial MT"/>
              </a:rPr>
              <a:t>designed</a:t>
            </a:r>
            <a:r>
              <a:rPr spc="-20" dirty="0">
                <a:solidFill>
                  <a:srgbClr val="FFFFFF"/>
                </a:solidFill>
                <a:latin typeface="Arial MT"/>
                <a:cs typeface="Arial MT"/>
              </a:rPr>
              <a:t> </a:t>
            </a:r>
            <a:r>
              <a:rPr dirty="0">
                <a:solidFill>
                  <a:srgbClr val="FFFFFF"/>
                </a:solidFill>
                <a:latin typeface="Arial MT"/>
                <a:cs typeface="Arial MT"/>
              </a:rPr>
              <a:t>to</a:t>
            </a:r>
            <a:r>
              <a:rPr spc="-5" dirty="0">
                <a:solidFill>
                  <a:srgbClr val="FFFFFF"/>
                </a:solidFill>
                <a:latin typeface="Arial MT"/>
                <a:cs typeface="Arial MT"/>
              </a:rPr>
              <a:t> </a:t>
            </a:r>
            <a:r>
              <a:rPr dirty="0">
                <a:solidFill>
                  <a:srgbClr val="FFFFFF"/>
                </a:solidFill>
                <a:latin typeface="Arial MT"/>
                <a:cs typeface="Arial MT"/>
              </a:rPr>
              <a:t>address</a:t>
            </a:r>
            <a:r>
              <a:rPr spc="-20" dirty="0">
                <a:solidFill>
                  <a:srgbClr val="FFFFFF"/>
                </a:solidFill>
                <a:latin typeface="Arial MT"/>
                <a:cs typeface="Arial MT"/>
              </a:rPr>
              <a:t> </a:t>
            </a:r>
            <a:r>
              <a:rPr dirty="0">
                <a:solidFill>
                  <a:srgbClr val="FFFFFF"/>
                </a:solidFill>
                <a:latin typeface="Arial MT"/>
                <a:cs typeface="Arial MT"/>
              </a:rPr>
              <a:t>the</a:t>
            </a:r>
            <a:r>
              <a:rPr spc="-10" dirty="0">
                <a:solidFill>
                  <a:srgbClr val="FFFFFF"/>
                </a:solidFill>
                <a:latin typeface="Arial MT"/>
                <a:cs typeface="Arial MT"/>
              </a:rPr>
              <a:t> </a:t>
            </a:r>
            <a:r>
              <a:rPr dirty="0">
                <a:solidFill>
                  <a:srgbClr val="FFFFFF"/>
                </a:solidFill>
                <a:latin typeface="Arial MT"/>
                <a:cs typeface="Arial MT"/>
              </a:rPr>
              <a:t>drawbacks</a:t>
            </a:r>
            <a:r>
              <a:rPr spc="-15" dirty="0">
                <a:solidFill>
                  <a:srgbClr val="FFFFFF"/>
                </a:solidFill>
                <a:latin typeface="Arial MT"/>
                <a:cs typeface="Arial MT"/>
              </a:rPr>
              <a:t> </a:t>
            </a:r>
            <a:r>
              <a:rPr dirty="0">
                <a:solidFill>
                  <a:srgbClr val="FFFFFF"/>
                </a:solidFill>
                <a:latin typeface="Arial MT"/>
                <a:cs typeface="Arial MT"/>
              </a:rPr>
              <a:t>of</a:t>
            </a:r>
            <a:r>
              <a:rPr spc="-15" dirty="0">
                <a:solidFill>
                  <a:srgbClr val="FFFFFF"/>
                </a:solidFill>
                <a:latin typeface="Arial MT"/>
                <a:cs typeface="Arial MT"/>
              </a:rPr>
              <a:t> </a:t>
            </a:r>
            <a:r>
              <a:rPr dirty="0">
                <a:solidFill>
                  <a:srgbClr val="FFFFFF"/>
                </a:solidFill>
                <a:latin typeface="Arial MT"/>
                <a:cs typeface="Arial MT"/>
              </a:rPr>
              <a:t>existing</a:t>
            </a:r>
            <a:r>
              <a:rPr spc="-20" dirty="0">
                <a:solidFill>
                  <a:srgbClr val="FFFFFF"/>
                </a:solidFill>
                <a:latin typeface="Arial MT"/>
                <a:cs typeface="Arial MT"/>
              </a:rPr>
              <a:t> </a:t>
            </a:r>
            <a:r>
              <a:rPr dirty="0">
                <a:solidFill>
                  <a:srgbClr val="FFFFFF"/>
                </a:solidFill>
                <a:latin typeface="Arial MT"/>
                <a:cs typeface="Arial MT"/>
              </a:rPr>
              <a:t>system.</a:t>
            </a:r>
            <a:r>
              <a:rPr spc="-15" dirty="0">
                <a:solidFill>
                  <a:srgbClr val="FFFFFF"/>
                </a:solidFill>
                <a:latin typeface="Arial MT"/>
                <a:cs typeface="Arial MT"/>
              </a:rPr>
              <a:t> </a:t>
            </a:r>
            <a:endParaRPr lang="en-IN" dirty="0">
              <a:latin typeface="Arial MT"/>
              <a:cs typeface="Arial MT"/>
            </a:endParaRPr>
          </a:p>
          <a:p>
            <a:pPr marL="12700" marR="5080" indent="382270" algn="just">
              <a:lnSpc>
                <a:spcPct val="150900"/>
              </a:lnSpc>
              <a:spcBef>
                <a:spcPts val="114"/>
              </a:spcBef>
            </a:pPr>
            <a:r>
              <a:rPr lang="en-IN" sz="1700" b="1" spc="-85" dirty="0">
                <a:solidFill>
                  <a:srgbClr val="FFFF00"/>
                </a:solidFill>
                <a:latin typeface="Arial MT"/>
                <a:cs typeface="Arial"/>
              </a:rPr>
              <a:t>                                  </a:t>
            </a:r>
            <a:r>
              <a:rPr sz="2400" b="1" spc="-85" dirty="0">
                <a:solidFill>
                  <a:srgbClr val="FFC000"/>
                </a:solidFill>
                <a:latin typeface="Times New Roman" panose="02020603050405020304" pitchFamily="18" charset="0"/>
                <a:cs typeface="Times New Roman" panose="02020603050405020304" pitchFamily="18" charset="0"/>
              </a:rPr>
              <a:t>Advantages</a:t>
            </a:r>
            <a:r>
              <a:rPr sz="2400" b="1" spc="-10" dirty="0">
                <a:solidFill>
                  <a:srgbClr val="FFC000"/>
                </a:solidFill>
                <a:latin typeface="Times New Roman" panose="02020603050405020304" pitchFamily="18" charset="0"/>
                <a:cs typeface="Times New Roman" panose="02020603050405020304" pitchFamily="18" charset="0"/>
              </a:rPr>
              <a:t> </a:t>
            </a:r>
            <a:r>
              <a:rPr sz="2400" b="1" spc="-85" dirty="0">
                <a:solidFill>
                  <a:srgbClr val="FFC000"/>
                </a:solidFill>
                <a:latin typeface="Times New Roman" panose="02020603050405020304" pitchFamily="18" charset="0"/>
                <a:cs typeface="Times New Roman" panose="02020603050405020304" pitchFamily="18" charset="0"/>
              </a:rPr>
              <a:t>of</a:t>
            </a:r>
            <a:r>
              <a:rPr sz="2400" b="1" spc="20" dirty="0">
                <a:solidFill>
                  <a:srgbClr val="FFC000"/>
                </a:solidFill>
                <a:latin typeface="Times New Roman" panose="02020603050405020304" pitchFamily="18" charset="0"/>
                <a:cs typeface="Times New Roman" panose="02020603050405020304" pitchFamily="18" charset="0"/>
              </a:rPr>
              <a:t> </a:t>
            </a:r>
            <a:r>
              <a:rPr sz="2400" b="1" spc="-110" dirty="0">
                <a:solidFill>
                  <a:srgbClr val="FFC000"/>
                </a:solidFill>
                <a:latin typeface="Times New Roman" panose="02020603050405020304" pitchFamily="18" charset="0"/>
                <a:cs typeface="Times New Roman" panose="02020603050405020304" pitchFamily="18" charset="0"/>
              </a:rPr>
              <a:t>proposed</a:t>
            </a:r>
            <a:r>
              <a:rPr sz="2400" b="1" spc="-10" dirty="0">
                <a:solidFill>
                  <a:srgbClr val="FFC000"/>
                </a:solidFill>
                <a:latin typeface="Times New Roman" panose="02020603050405020304" pitchFamily="18" charset="0"/>
                <a:cs typeface="Times New Roman" panose="02020603050405020304" pitchFamily="18" charset="0"/>
              </a:rPr>
              <a:t> system</a:t>
            </a:r>
            <a:endParaRPr lang="en-IN" sz="2400" b="1" spc="-10" dirty="0">
              <a:solidFill>
                <a:srgbClr val="FFC000"/>
              </a:solidFill>
              <a:latin typeface="Times New Roman" panose="02020603050405020304" pitchFamily="18" charset="0"/>
              <a:cs typeface="Times New Roman" panose="02020603050405020304" pitchFamily="18" charset="0"/>
            </a:endParaRPr>
          </a:p>
          <a:p>
            <a:pPr marL="298450" marR="5080" indent="-285750" algn="just">
              <a:lnSpc>
                <a:spcPct val="150900"/>
              </a:lnSpc>
              <a:spcBef>
                <a:spcPts val="114"/>
              </a:spcBef>
              <a:buFont typeface="Arial" panose="020B0604020202020204" pitchFamily="34" charset="0"/>
              <a:buChar char="•"/>
            </a:pPr>
            <a:r>
              <a:rPr lang="en-US" dirty="0">
                <a:latin typeface="Arial"/>
                <a:cs typeface="Arial"/>
              </a:rPr>
              <a:t> More Natural Speech: Sounds less robotic, more human-like.</a:t>
            </a:r>
          </a:p>
          <a:p>
            <a:pPr marL="298450" marR="5080" indent="-285750" algn="just">
              <a:lnSpc>
                <a:spcPct val="150900"/>
              </a:lnSpc>
              <a:spcBef>
                <a:spcPts val="114"/>
              </a:spcBef>
              <a:buFont typeface="Arial" panose="020B0604020202020204" pitchFamily="34" charset="0"/>
              <a:buChar char="•"/>
            </a:pPr>
            <a:r>
              <a:rPr lang="en-US" dirty="0">
                <a:latin typeface="Arial"/>
                <a:cs typeface="Arial"/>
              </a:rPr>
              <a:t> Greater Expressiveness: Conveys emotions and nuances better.</a:t>
            </a:r>
          </a:p>
          <a:p>
            <a:pPr marL="298450" marR="5080" indent="-285750" algn="just">
              <a:lnSpc>
                <a:spcPct val="150900"/>
              </a:lnSpc>
              <a:spcBef>
                <a:spcPts val="114"/>
              </a:spcBef>
              <a:buFont typeface="Arial" panose="020B0604020202020204" pitchFamily="34" charset="0"/>
              <a:buChar char="•"/>
            </a:pPr>
            <a:r>
              <a:rPr lang="en-US" dirty="0">
                <a:latin typeface="Arial"/>
                <a:cs typeface="Arial"/>
              </a:rPr>
              <a:t> Wider Language/Accent Support: Handles more diverse speech.</a:t>
            </a:r>
          </a:p>
          <a:p>
            <a:pPr marL="298450" marR="5080" indent="-285750" algn="just">
              <a:lnSpc>
                <a:spcPct val="150900"/>
              </a:lnSpc>
              <a:spcBef>
                <a:spcPts val="114"/>
              </a:spcBef>
              <a:buFont typeface="Arial" panose="020B0604020202020204" pitchFamily="34" charset="0"/>
              <a:buChar char="•"/>
            </a:pPr>
            <a:r>
              <a:rPr lang="en-US" dirty="0">
                <a:latin typeface="Arial"/>
                <a:cs typeface="Arial"/>
              </a:rPr>
              <a:t>Improved Error Handling: Deals better with imperfect text.</a:t>
            </a:r>
          </a:p>
          <a:p>
            <a:pPr marL="298450" marR="5080" indent="-285750" algn="just">
              <a:lnSpc>
                <a:spcPct val="150900"/>
              </a:lnSpc>
              <a:spcBef>
                <a:spcPts val="114"/>
              </a:spcBef>
              <a:buFont typeface="Arial" panose="020B0604020202020204" pitchFamily="34" charset="0"/>
              <a:buChar char="•"/>
            </a:pPr>
            <a:r>
              <a:rPr lang="en-US" dirty="0">
                <a:latin typeface="Arial"/>
                <a:cs typeface="Arial"/>
              </a:rPr>
              <a:t>Customizable Voices: Offers more control over voice characteristics</a:t>
            </a:r>
            <a:r>
              <a:rPr lang="en-US" sz="2000" dirty="0">
                <a:latin typeface="Arial"/>
                <a:cs typeface="Arial"/>
              </a:rPr>
              <a:t>. </a:t>
            </a:r>
            <a:endParaRPr sz="2000" dirty="0">
              <a:latin typeface="Arial"/>
              <a:cs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B4637-2AF4-B875-CB3C-F30CBF609F7C}"/>
              </a:ext>
            </a:extLst>
          </p:cNvPr>
          <p:cNvSpPr>
            <a:spLocks noGrp="1"/>
          </p:cNvSpPr>
          <p:nvPr>
            <p:ph type="title"/>
          </p:nvPr>
        </p:nvSpPr>
        <p:spPr>
          <a:xfrm>
            <a:off x="2209800" y="285750"/>
            <a:ext cx="5674520" cy="838199"/>
          </a:xfrm>
        </p:spPr>
        <p:txBody>
          <a:bodyPr>
            <a:normAutofit/>
          </a:bodyPr>
          <a:lstStyle/>
          <a:p>
            <a:r>
              <a:rPr lang="en-IN" sz="3600" b="1">
                <a:solidFill>
                  <a:srgbClr val="FFC000"/>
                </a:solidFill>
              </a:rPr>
              <a:t>LITERATURE SURVEY</a:t>
            </a:r>
            <a:r>
              <a:rPr lang="en-IN" sz="3600" b="1"/>
              <a:t> </a:t>
            </a:r>
          </a:p>
        </p:txBody>
      </p:sp>
      <p:sp>
        <p:nvSpPr>
          <p:cNvPr id="3" name="Content Placeholder 2">
            <a:extLst>
              <a:ext uri="{FF2B5EF4-FFF2-40B4-BE49-F238E27FC236}">
                <a16:creationId xmlns:a16="http://schemas.microsoft.com/office/drawing/2014/main" id="{BBCCFFC1-07EA-834B-2107-C13DEAFEF94B}"/>
              </a:ext>
            </a:extLst>
          </p:cNvPr>
          <p:cNvSpPr>
            <a:spLocks noGrp="1"/>
          </p:cNvSpPr>
          <p:nvPr>
            <p:ph idx="1"/>
          </p:nvPr>
        </p:nvSpPr>
        <p:spPr>
          <a:xfrm>
            <a:off x="394010" y="1276351"/>
            <a:ext cx="8036312" cy="3581400"/>
          </a:xfrm>
        </p:spPr>
        <p:txBody>
          <a:bodyPr>
            <a:normAutofit fontScale="25000" lnSpcReduction="20000"/>
          </a:bodyPr>
          <a:lstStyle/>
          <a:p>
            <a:pPr marL="0" indent="0">
              <a:buNone/>
            </a:pPr>
            <a:r>
              <a:rPr lang="en-US" sz="7200" b="1" dirty="0">
                <a:latin typeface="Arial MT"/>
              </a:rPr>
              <a:t>Title</a:t>
            </a:r>
            <a:r>
              <a:rPr lang="en-US" sz="7200" dirty="0">
                <a:latin typeface="Arial MT"/>
              </a:rPr>
              <a:t>: JavaScript Libraries for TTS:</a:t>
            </a:r>
          </a:p>
          <a:p>
            <a:pPr marL="0" indent="0">
              <a:buNone/>
            </a:pPr>
            <a:r>
              <a:rPr lang="en-IN" sz="7200" b="1" dirty="0">
                <a:latin typeface="Arial MT"/>
              </a:rPr>
              <a:t>Author</a:t>
            </a:r>
            <a:r>
              <a:rPr lang="en-IN" sz="7200" dirty="0">
                <a:latin typeface="Arial MT"/>
              </a:rPr>
              <a:t>: C. Smith</a:t>
            </a:r>
          </a:p>
          <a:p>
            <a:pPr marL="0" indent="0">
              <a:buNone/>
            </a:pPr>
            <a:r>
              <a:rPr lang="en-IN" sz="7200" b="1" dirty="0">
                <a:latin typeface="Arial MT"/>
              </a:rPr>
              <a:t>Source</a:t>
            </a:r>
            <a:r>
              <a:rPr lang="en-IN" sz="7200" dirty="0">
                <a:latin typeface="Arial MT"/>
              </a:rPr>
              <a:t>: </a:t>
            </a:r>
            <a:r>
              <a:rPr lang="en-US" sz="7200" dirty="0">
                <a:latin typeface="Arial MT"/>
              </a:rPr>
              <a:t>Comparative Study of JavaScript TTS Libraries, 2018.</a:t>
            </a:r>
          </a:p>
          <a:p>
            <a:pPr marL="0" indent="0">
              <a:buNone/>
            </a:pPr>
            <a:r>
              <a:rPr lang="en-US" sz="7200" b="1" dirty="0">
                <a:latin typeface="Arial MT"/>
              </a:rPr>
              <a:t>Summary</a:t>
            </a:r>
            <a:r>
              <a:rPr lang="en-IN" sz="7200" b="1" dirty="0">
                <a:latin typeface="Arial MT"/>
              </a:rPr>
              <a:t>:</a:t>
            </a:r>
            <a:endParaRPr lang="en-US" sz="7200" b="1" dirty="0">
              <a:latin typeface="Arial MT"/>
            </a:endParaRPr>
          </a:p>
          <a:p>
            <a:pPr marL="0" indent="0">
              <a:buNone/>
            </a:pPr>
            <a:r>
              <a:rPr lang="en-US" sz="7200" dirty="0">
                <a:latin typeface="Arial MT"/>
              </a:rPr>
              <a:t>While the Web Speech API is the most direct approach, developers also use libraries that simplify or extend TTS features.</a:t>
            </a:r>
          </a:p>
          <a:p>
            <a:pPr marL="0" indent="0">
              <a:buNone/>
            </a:pPr>
            <a:r>
              <a:rPr lang="en-US" sz="7200" b="1" dirty="0">
                <a:latin typeface="Arial MT"/>
              </a:rPr>
              <a:t>Examples:</a:t>
            </a:r>
          </a:p>
          <a:p>
            <a:pPr marL="0" indent="0">
              <a:buNone/>
            </a:pPr>
            <a:r>
              <a:rPr lang="en-US" sz="7200" dirty="0">
                <a:latin typeface="Arial MT"/>
              </a:rPr>
              <a:t>ResponsiveVoice.js – a commercial API wrapper for speech synthesis.</a:t>
            </a:r>
          </a:p>
          <a:p>
            <a:pPr marL="0" indent="0">
              <a:buNone/>
            </a:pPr>
            <a:r>
              <a:rPr lang="en-US" sz="7200" dirty="0">
                <a:latin typeface="Arial MT"/>
              </a:rPr>
              <a:t>meSpeak.js – a JavaScript port of </a:t>
            </a:r>
            <a:r>
              <a:rPr lang="en-US" sz="7200" dirty="0" err="1">
                <a:latin typeface="Arial MT"/>
              </a:rPr>
              <a:t>eSpeak</a:t>
            </a:r>
            <a:r>
              <a:rPr lang="en-US" sz="7200" dirty="0">
                <a:latin typeface="Arial MT"/>
              </a:rPr>
              <a:t> TTS engine.</a:t>
            </a:r>
          </a:p>
          <a:p>
            <a:pPr marL="0" indent="0">
              <a:buNone/>
            </a:pPr>
            <a:r>
              <a:rPr lang="en-US" sz="7200" dirty="0" err="1">
                <a:latin typeface="Arial MT"/>
              </a:rPr>
              <a:t>annyang</a:t>
            </a:r>
            <a:r>
              <a:rPr lang="en-US" sz="7200" dirty="0">
                <a:latin typeface="Arial MT"/>
              </a:rPr>
              <a:t> – used in combination with speech recognition and synthesis.</a:t>
            </a:r>
          </a:p>
          <a:p>
            <a:pPr marL="0" indent="0">
              <a:buNone/>
            </a:pPr>
            <a:endParaRPr lang="en-IN" dirty="0"/>
          </a:p>
        </p:txBody>
      </p:sp>
    </p:spTree>
    <p:extLst>
      <p:ext uri="{BB962C8B-B14F-4D97-AF65-F5344CB8AC3E}">
        <p14:creationId xmlns:p14="http://schemas.microsoft.com/office/powerpoint/2010/main" val="20390754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A6DCC1-E9D3-D7A2-79F4-0FEFAC2DCB1B}"/>
              </a:ext>
            </a:extLst>
          </p:cNvPr>
          <p:cNvSpPr>
            <a:spLocks noGrp="1"/>
          </p:cNvSpPr>
          <p:nvPr>
            <p:ph type="title"/>
          </p:nvPr>
        </p:nvSpPr>
        <p:spPr>
          <a:xfrm>
            <a:off x="542693" y="-906965"/>
            <a:ext cx="7570227" cy="215589"/>
          </a:xfrm>
        </p:spPr>
        <p:txBody>
          <a:bodyPr>
            <a:normAutofit fontScale="90000"/>
          </a:bodyPr>
          <a:lstStyle/>
          <a:p>
            <a:endParaRPr lang="en-IN" dirty="0"/>
          </a:p>
        </p:txBody>
      </p:sp>
      <p:sp>
        <p:nvSpPr>
          <p:cNvPr id="3" name="Content Placeholder 2">
            <a:extLst>
              <a:ext uri="{FF2B5EF4-FFF2-40B4-BE49-F238E27FC236}">
                <a16:creationId xmlns:a16="http://schemas.microsoft.com/office/drawing/2014/main" id="{E4E9FF1F-C80C-A69F-105A-6E155BC19209}"/>
              </a:ext>
            </a:extLst>
          </p:cNvPr>
          <p:cNvSpPr>
            <a:spLocks noGrp="1"/>
          </p:cNvSpPr>
          <p:nvPr>
            <p:ph idx="1"/>
          </p:nvPr>
        </p:nvSpPr>
        <p:spPr>
          <a:xfrm>
            <a:off x="349405" y="666750"/>
            <a:ext cx="7763515" cy="4566889"/>
          </a:xfrm>
        </p:spPr>
        <p:txBody>
          <a:bodyPr>
            <a:normAutofit/>
          </a:bodyPr>
          <a:lstStyle/>
          <a:p>
            <a:pPr marL="0" indent="0">
              <a:buNone/>
            </a:pPr>
            <a:r>
              <a:rPr lang="en-US" sz="1800" b="1" dirty="0">
                <a:latin typeface="Arial MT"/>
              </a:rPr>
              <a:t>Title</a:t>
            </a:r>
            <a:r>
              <a:rPr lang="en-US" sz="1800" dirty="0">
                <a:latin typeface="Arial MT"/>
              </a:rPr>
              <a:t>: Accessibility and Educational Tools </a:t>
            </a:r>
          </a:p>
          <a:p>
            <a:pPr marL="0" indent="0">
              <a:buNone/>
            </a:pPr>
            <a:r>
              <a:rPr lang="en-IN" sz="1800" b="1" dirty="0">
                <a:latin typeface="Arial MT"/>
              </a:rPr>
              <a:t>Author</a:t>
            </a:r>
            <a:r>
              <a:rPr lang="en-US" sz="1800" dirty="0">
                <a:latin typeface="Arial MT"/>
              </a:rPr>
              <a:t>: K. Martinez.</a:t>
            </a:r>
          </a:p>
          <a:p>
            <a:pPr marL="0" indent="0">
              <a:buNone/>
            </a:pPr>
            <a:r>
              <a:rPr lang="en-US" sz="1800" b="1" dirty="0">
                <a:latin typeface="Arial MT"/>
              </a:rPr>
              <a:t>Source</a:t>
            </a:r>
            <a:r>
              <a:rPr lang="en-US" sz="1800" dirty="0">
                <a:latin typeface="Arial MT"/>
              </a:rPr>
              <a:t>: The Role of TTS in Web-Based Education Tools, 2021.</a:t>
            </a:r>
          </a:p>
          <a:p>
            <a:pPr marL="0" indent="0">
              <a:buNone/>
            </a:pPr>
            <a:r>
              <a:rPr lang="en-IN" sz="1800" b="1" dirty="0">
                <a:latin typeface="Arial MT"/>
              </a:rPr>
              <a:t>Summary</a:t>
            </a:r>
            <a:r>
              <a:rPr lang="en-IN" sz="1800" dirty="0">
                <a:latin typeface="Arial MT"/>
              </a:rPr>
              <a:t>:</a:t>
            </a:r>
          </a:p>
          <a:p>
            <a:pPr marL="0" indent="0">
              <a:buNone/>
            </a:pPr>
            <a:r>
              <a:rPr lang="en-US" sz="1800" dirty="0">
                <a:latin typeface="Arial MT"/>
              </a:rPr>
              <a:t>Accessibility and Educational Tools TTS systems built with HTML/CSS/JS are commonly used in educational apps and accessibility tools.</a:t>
            </a:r>
          </a:p>
          <a:p>
            <a:pPr marL="0" indent="0">
              <a:buNone/>
            </a:pPr>
            <a:r>
              <a:rPr lang="en-US" sz="1800" dirty="0">
                <a:latin typeface="Arial MT"/>
              </a:rPr>
              <a:t>Case Study: An online reading assistant using TTS improved reading comprehension for ESL students.</a:t>
            </a:r>
          </a:p>
          <a:p>
            <a:pPr marL="0" indent="0">
              <a:buNone/>
            </a:pPr>
            <a:r>
              <a:rPr lang="en-US" sz="1800" dirty="0">
                <a:latin typeface="Arial MT"/>
              </a:rPr>
              <a:t>TTS integration into e-learning platforms showed better engagement from users with dyslexia.</a:t>
            </a:r>
          </a:p>
          <a:p>
            <a:pPr marL="0" indent="0">
              <a:buNone/>
            </a:pPr>
            <a:endParaRPr lang="en-IN" sz="1800" dirty="0">
              <a:latin typeface="Arial MT"/>
            </a:endParaRPr>
          </a:p>
        </p:txBody>
      </p:sp>
    </p:spTree>
    <p:extLst>
      <p:ext uri="{BB962C8B-B14F-4D97-AF65-F5344CB8AC3E}">
        <p14:creationId xmlns:p14="http://schemas.microsoft.com/office/powerpoint/2010/main" val="14225662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08156" y="336229"/>
            <a:ext cx="9976624" cy="685366"/>
          </a:xfrm>
          <a:prstGeom prst="rect">
            <a:avLst/>
          </a:prstGeom>
        </p:spPr>
        <p:txBody>
          <a:bodyPr vert="horz" wrap="square" lIns="0" tIns="191058" rIns="0" bIns="0" rtlCol="0">
            <a:spAutoFit/>
          </a:bodyPr>
          <a:lstStyle/>
          <a:p>
            <a:pPr marL="12700">
              <a:lnSpc>
                <a:spcPct val="100000"/>
              </a:lnSpc>
              <a:spcBef>
                <a:spcPts val="105"/>
              </a:spcBef>
            </a:pPr>
            <a:r>
              <a:rPr sz="3200" b="1" spc="-254" dirty="0">
                <a:solidFill>
                  <a:srgbClr val="FFC000"/>
                </a:solidFill>
                <a:latin typeface="Times New Roman" panose="02020603050405020304" pitchFamily="18" charset="0"/>
                <a:cs typeface="Times New Roman" panose="02020603050405020304" pitchFamily="18" charset="0"/>
              </a:rPr>
              <a:t>SOFTWARE</a:t>
            </a:r>
            <a:r>
              <a:rPr sz="3200" b="1" spc="-484" dirty="0">
                <a:solidFill>
                  <a:srgbClr val="FFC000"/>
                </a:solidFill>
                <a:latin typeface="Times New Roman" panose="02020603050405020304" pitchFamily="18" charset="0"/>
                <a:cs typeface="Times New Roman" panose="02020603050405020304" pitchFamily="18" charset="0"/>
              </a:rPr>
              <a:t> </a:t>
            </a:r>
            <a:r>
              <a:rPr lang="en-IN" sz="3200" b="1" spc="-484" dirty="0">
                <a:solidFill>
                  <a:srgbClr val="FFC000"/>
                </a:solidFill>
                <a:latin typeface="Times New Roman" panose="02020603050405020304" pitchFamily="18" charset="0"/>
                <a:cs typeface="Times New Roman" panose="02020603050405020304" pitchFamily="18" charset="0"/>
              </a:rPr>
              <a:t>     </a:t>
            </a:r>
            <a:r>
              <a:rPr sz="3200" b="1" spc="-250" dirty="0">
                <a:solidFill>
                  <a:srgbClr val="FFC000"/>
                </a:solidFill>
                <a:latin typeface="Times New Roman" panose="02020603050405020304" pitchFamily="18" charset="0"/>
                <a:cs typeface="Times New Roman" panose="02020603050405020304" pitchFamily="18" charset="0"/>
              </a:rPr>
              <a:t>AND</a:t>
            </a:r>
            <a:r>
              <a:rPr sz="3200" b="1" spc="-445" dirty="0">
                <a:solidFill>
                  <a:srgbClr val="FFC000"/>
                </a:solidFill>
                <a:latin typeface="Times New Roman" panose="02020603050405020304" pitchFamily="18" charset="0"/>
                <a:cs typeface="Times New Roman" panose="02020603050405020304" pitchFamily="18" charset="0"/>
              </a:rPr>
              <a:t> </a:t>
            </a:r>
            <a:r>
              <a:rPr lang="en-IN" sz="3200" b="1" spc="-445" dirty="0">
                <a:solidFill>
                  <a:srgbClr val="FFC000"/>
                </a:solidFill>
                <a:latin typeface="Times New Roman" panose="02020603050405020304" pitchFamily="18" charset="0"/>
                <a:cs typeface="Times New Roman" panose="02020603050405020304" pitchFamily="18" charset="0"/>
              </a:rPr>
              <a:t>    </a:t>
            </a:r>
            <a:r>
              <a:rPr sz="3200" b="1" spc="-254" dirty="0">
                <a:solidFill>
                  <a:srgbClr val="FFC000"/>
                </a:solidFill>
                <a:latin typeface="Times New Roman" panose="02020603050405020304" pitchFamily="18" charset="0"/>
                <a:cs typeface="Times New Roman" panose="02020603050405020304" pitchFamily="18" charset="0"/>
              </a:rPr>
              <a:t>HARDWARE</a:t>
            </a:r>
            <a:r>
              <a:rPr lang="en-IN" sz="3200" b="1" spc="-254" dirty="0">
                <a:solidFill>
                  <a:srgbClr val="FFC000"/>
                </a:solidFill>
                <a:latin typeface="Times New Roman" panose="02020603050405020304" pitchFamily="18" charset="0"/>
                <a:cs typeface="Times New Roman" panose="02020603050405020304" pitchFamily="18" charset="0"/>
              </a:rPr>
              <a:t>   </a:t>
            </a:r>
            <a:r>
              <a:rPr sz="3200" b="1" spc="-500" dirty="0">
                <a:solidFill>
                  <a:srgbClr val="FFC000"/>
                </a:solidFill>
                <a:latin typeface="Times New Roman" panose="02020603050405020304" pitchFamily="18" charset="0"/>
                <a:cs typeface="Times New Roman" panose="02020603050405020304" pitchFamily="18" charset="0"/>
              </a:rPr>
              <a:t> </a:t>
            </a:r>
            <a:r>
              <a:rPr sz="3200" b="1" spc="-204" dirty="0">
                <a:solidFill>
                  <a:srgbClr val="FFC000"/>
                </a:solidFill>
                <a:latin typeface="Times New Roman" panose="02020603050405020304" pitchFamily="18" charset="0"/>
                <a:cs typeface="Times New Roman" panose="02020603050405020304" pitchFamily="18" charset="0"/>
              </a:rPr>
              <a:t>REQUIREMENTS</a:t>
            </a:r>
            <a:endParaRPr sz="3200" b="1" dirty="0">
              <a:solidFill>
                <a:srgbClr val="FFC000"/>
              </a:solidFill>
              <a:latin typeface="Times New Roman" panose="02020603050405020304" pitchFamily="18" charset="0"/>
              <a:cs typeface="Times New Roman" panose="02020603050405020304" pitchFamily="18" charset="0"/>
            </a:endParaRPr>
          </a:p>
        </p:txBody>
      </p:sp>
      <p:sp>
        <p:nvSpPr>
          <p:cNvPr id="3" name="object 3"/>
          <p:cNvSpPr txBox="1"/>
          <p:nvPr/>
        </p:nvSpPr>
        <p:spPr>
          <a:xfrm>
            <a:off x="533400" y="998512"/>
            <a:ext cx="6323634" cy="3465051"/>
          </a:xfrm>
          <a:prstGeom prst="rect">
            <a:avLst/>
          </a:prstGeom>
        </p:spPr>
        <p:txBody>
          <a:bodyPr vert="horz" wrap="square" lIns="0" tIns="149860" rIns="0" bIns="0" rtlCol="0">
            <a:spAutoFit/>
          </a:bodyPr>
          <a:lstStyle/>
          <a:p>
            <a:pPr marL="12700">
              <a:lnSpc>
                <a:spcPct val="100000"/>
              </a:lnSpc>
              <a:spcBef>
                <a:spcPts val="1180"/>
              </a:spcBef>
            </a:pPr>
            <a:r>
              <a:rPr b="1" dirty="0">
                <a:solidFill>
                  <a:srgbClr val="FFFFFF"/>
                </a:solidFill>
                <a:latin typeface="Arial MT"/>
                <a:cs typeface="Arial MT"/>
              </a:rPr>
              <a:t>Software</a:t>
            </a:r>
            <a:r>
              <a:rPr b="1" spc="-114" dirty="0">
                <a:solidFill>
                  <a:srgbClr val="FFFFFF"/>
                </a:solidFill>
                <a:latin typeface="Arial MT"/>
                <a:cs typeface="Arial MT"/>
              </a:rPr>
              <a:t> </a:t>
            </a:r>
            <a:r>
              <a:rPr b="1" spc="-10" dirty="0">
                <a:solidFill>
                  <a:srgbClr val="FFFFFF"/>
                </a:solidFill>
                <a:latin typeface="Arial MT"/>
                <a:cs typeface="Arial MT"/>
              </a:rPr>
              <a:t>Requirements:</a:t>
            </a:r>
            <a:endParaRPr b="1" dirty="0">
              <a:latin typeface="Arial MT"/>
              <a:cs typeface="Arial MT"/>
            </a:endParaRPr>
          </a:p>
          <a:p>
            <a:pPr marL="353695" indent="-340995">
              <a:lnSpc>
                <a:spcPct val="100000"/>
              </a:lnSpc>
              <a:spcBef>
                <a:spcPts val="820"/>
              </a:spcBef>
              <a:buAutoNum type="alphaLcParenBoth"/>
              <a:tabLst>
                <a:tab pos="353695" algn="l"/>
              </a:tabLst>
            </a:pPr>
            <a:r>
              <a:rPr dirty="0">
                <a:solidFill>
                  <a:srgbClr val="FFFFFF"/>
                </a:solidFill>
                <a:latin typeface="Arial MT"/>
                <a:cs typeface="Arial MT"/>
              </a:rPr>
              <a:t>Code</a:t>
            </a:r>
            <a:r>
              <a:rPr spc="-35" dirty="0">
                <a:solidFill>
                  <a:srgbClr val="FFFFFF"/>
                </a:solidFill>
                <a:latin typeface="Arial MT"/>
                <a:cs typeface="Arial MT"/>
              </a:rPr>
              <a:t> </a:t>
            </a:r>
            <a:r>
              <a:rPr dirty="0">
                <a:solidFill>
                  <a:srgbClr val="FFFFFF"/>
                </a:solidFill>
                <a:latin typeface="Arial MT"/>
                <a:cs typeface="Arial MT"/>
              </a:rPr>
              <a:t>Editor</a:t>
            </a:r>
            <a:r>
              <a:rPr spc="-35" dirty="0">
                <a:solidFill>
                  <a:srgbClr val="FFFFFF"/>
                </a:solidFill>
                <a:latin typeface="Arial MT"/>
                <a:cs typeface="Arial MT"/>
              </a:rPr>
              <a:t> </a:t>
            </a:r>
            <a:r>
              <a:rPr dirty="0">
                <a:solidFill>
                  <a:srgbClr val="FFFFFF"/>
                </a:solidFill>
                <a:latin typeface="Arial MT"/>
                <a:cs typeface="Arial MT"/>
              </a:rPr>
              <a:t>:</a:t>
            </a:r>
            <a:r>
              <a:rPr spc="-30" dirty="0">
                <a:solidFill>
                  <a:srgbClr val="FFFFFF"/>
                </a:solidFill>
                <a:latin typeface="Arial MT"/>
                <a:cs typeface="Arial MT"/>
              </a:rPr>
              <a:t> </a:t>
            </a:r>
            <a:r>
              <a:rPr dirty="0">
                <a:solidFill>
                  <a:srgbClr val="FFFFFF"/>
                </a:solidFill>
                <a:latin typeface="Arial MT"/>
                <a:cs typeface="Arial MT"/>
              </a:rPr>
              <a:t>Visual</a:t>
            </a:r>
            <a:r>
              <a:rPr spc="-35" dirty="0">
                <a:solidFill>
                  <a:srgbClr val="FFFFFF"/>
                </a:solidFill>
                <a:latin typeface="Arial MT"/>
                <a:cs typeface="Arial MT"/>
              </a:rPr>
              <a:t> </a:t>
            </a:r>
            <a:r>
              <a:rPr dirty="0">
                <a:solidFill>
                  <a:srgbClr val="FFFFFF"/>
                </a:solidFill>
                <a:latin typeface="Arial MT"/>
                <a:cs typeface="Arial MT"/>
              </a:rPr>
              <a:t>Studio</a:t>
            </a:r>
            <a:r>
              <a:rPr spc="-30" dirty="0">
                <a:solidFill>
                  <a:srgbClr val="FFFFFF"/>
                </a:solidFill>
                <a:latin typeface="Arial MT"/>
                <a:cs typeface="Arial MT"/>
              </a:rPr>
              <a:t> </a:t>
            </a:r>
            <a:r>
              <a:rPr spc="-20" dirty="0">
                <a:solidFill>
                  <a:srgbClr val="FFFFFF"/>
                </a:solidFill>
                <a:latin typeface="Arial MT"/>
                <a:cs typeface="Arial MT"/>
              </a:rPr>
              <a:t>Code</a:t>
            </a:r>
            <a:endParaRPr dirty="0">
              <a:latin typeface="Arial MT"/>
              <a:cs typeface="Arial MT"/>
            </a:endParaRPr>
          </a:p>
          <a:p>
            <a:pPr marL="354965" indent="-342265">
              <a:lnSpc>
                <a:spcPct val="100000"/>
              </a:lnSpc>
              <a:spcBef>
                <a:spcPts val="795"/>
              </a:spcBef>
              <a:buAutoNum type="alphaLcParenBoth"/>
              <a:tabLst>
                <a:tab pos="354965" algn="l"/>
              </a:tabLst>
            </a:pPr>
            <a:r>
              <a:rPr dirty="0">
                <a:solidFill>
                  <a:srgbClr val="FFFFFF"/>
                </a:solidFill>
                <a:latin typeface="Arial MT"/>
                <a:cs typeface="Arial MT"/>
              </a:rPr>
              <a:t>Coding</a:t>
            </a:r>
            <a:r>
              <a:rPr spc="-5" dirty="0">
                <a:solidFill>
                  <a:srgbClr val="FFFFFF"/>
                </a:solidFill>
                <a:latin typeface="Arial MT"/>
                <a:cs typeface="Arial MT"/>
              </a:rPr>
              <a:t> </a:t>
            </a:r>
            <a:r>
              <a:rPr dirty="0">
                <a:solidFill>
                  <a:srgbClr val="FFFFFF"/>
                </a:solidFill>
                <a:latin typeface="Arial MT"/>
                <a:cs typeface="Arial MT"/>
              </a:rPr>
              <a:t>Language</a:t>
            </a:r>
            <a:r>
              <a:rPr spc="-5" dirty="0">
                <a:solidFill>
                  <a:srgbClr val="FFFFFF"/>
                </a:solidFill>
                <a:latin typeface="Arial MT"/>
                <a:cs typeface="Arial MT"/>
              </a:rPr>
              <a:t> </a:t>
            </a:r>
            <a:r>
              <a:rPr dirty="0">
                <a:solidFill>
                  <a:srgbClr val="FFFFFF"/>
                </a:solidFill>
                <a:latin typeface="Arial MT"/>
                <a:cs typeface="Arial MT"/>
              </a:rPr>
              <a:t>:</a:t>
            </a:r>
            <a:r>
              <a:rPr spc="-20" dirty="0">
                <a:solidFill>
                  <a:srgbClr val="FFFFFF"/>
                </a:solidFill>
                <a:latin typeface="Arial MT"/>
                <a:cs typeface="Arial MT"/>
              </a:rPr>
              <a:t> </a:t>
            </a:r>
            <a:r>
              <a:rPr dirty="0">
                <a:solidFill>
                  <a:srgbClr val="FFFFFF"/>
                </a:solidFill>
                <a:latin typeface="Arial MT"/>
                <a:cs typeface="Arial MT"/>
              </a:rPr>
              <a:t>HTML,</a:t>
            </a:r>
            <a:r>
              <a:rPr spc="-25" dirty="0">
                <a:solidFill>
                  <a:srgbClr val="FFFFFF"/>
                </a:solidFill>
                <a:latin typeface="Arial MT"/>
                <a:cs typeface="Arial MT"/>
              </a:rPr>
              <a:t> </a:t>
            </a:r>
            <a:r>
              <a:rPr dirty="0">
                <a:solidFill>
                  <a:srgbClr val="FFFFFF"/>
                </a:solidFill>
                <a:latin typeface="Arial MT"/>
                <a:cs typeface="Arial MT"/>
              </a:rPr>
              <a:t>CSS</a:t>
            </a:r>
            <a:r>
              <a:rPr spc="-20" dirty="0">
                <a:solidFill>
                  <a:srgbClr val="FFFFFF"/>
                </a:solidFill>
                <a:latin typeface="Arial MT"/>
                <a:cs typeface="Arial MT"/>
              </a:rPr>
              <a:t> </a:t>
            </a:r>
            <a:r>
              <a:rPr dirty="0">
                <a:solidFill>
                  <a:srgbClr val="FFFFFF"/>
                </a:solidFill>
                <a:latin typeface="Arial MT"/>
                <a:cs typeface="Arial MT"/>
              </a:rPr>
              <a:t>and</a:t>
            </a:r>
            <a:r>
              <a:rPr spc="-10" dirty="0">
                <a:solidFill>
                  <a:srgbClr val="FFFFFF"/>
                </a:solidFill>
                <a:latin typeface="Arial MT"/>
                <a:cs typeface="Arial MT"/>
              </a:rPr>
              <a:t> </a:t>
            </a:r>
            <a:r>
              <a:rPr spc="-10" dirty="0" err="1">
                <a:solidFill>
                  <a:srgbClr val="FFFFFF"/>
                </a:solidFill>
                <a:latin typeface="Arial MT"/>
                <a:cs typeface="Arial MT"/>
              </a:rPr>
              <a:t>Javascript</a:t>
            </a:r>
            <a:endParaRPr dirty="0">
              <a:latin typeface="Arial MT"/>
              <a:cs typeface="Arial MT"/>
            </a:endParaRPr>
          </a:p>
          <a:p>
            <a:pPr marL="342265" indent="-329565">
              <a:lnSpc>
                <a:spcPct val="100000"/>
              </a:lnSpc>
              <a:spcBef>
                <a:spcPts val="800"/>
              </a:spcBef>
              <a:buAutoNum type="alphaLcParenBoth"/>
              <a:tabLst>
                <a:tab pos="342265" algn="l"/>
              </a:tabLst>
            </a:pPr>
            <a:r>
              <a:rPr dirty="0">
                <a:solidFill>
                  <a:srgbClr val="FFFFFF"/>
                </a:solidFill>
                <a:latin typeface="Arial MT"/>
                <a:cs typeface="Arial MT"/>
              </a:rPr>
              <a:t>Operating</a:t>
            </a:r>
            <a:r>
              <a:rPr spc="-30" dirty="0">
                <a:solidFill>
                  <a:srgbClr val="FFFFFF"/>
                </a:solidFill>
                <a:latin typeface="Arial MT"/>
                <a:cs typeface="Arial MT"/>
              </a:rPr>
              <a:t> </a:t>
            </a:r>
            <a:r>
              <a:rPr dirty="0">
                <a:solidFill>
                  <a:srgbClr val="FFFFFF"/>
                </a:solidFill>
                <a:latin typeface="Arial MT"/>
                <a:cs typeface="Arial MT"/>
              </a:rPr>
              <a:t>System:</a:t>
            </a:r>
            <a:r>
              <a:rPr spc="-25" dirty="0">
                <a:solidFill>
                  <a:srgbClr val="FFFFFF"/>
                </a:solidFill>
                <a:latin typeface="Arial MT"/>
                <a:cs typeface="Arial MT"/>
              </a:rPr>
              <a:t> </a:t>
            </a:r>
            <a:r>
              <a:rPr dirty="0">
                <a:solidFill>
                  <a:srgbClr val="FFFFFF"/>
                </a:solidFill>
                <a:latin typeface="Arial MT"/>
                <a:cs typeface="Arial MT"/>
              </a:rPr>
              <a:t>Windows</a:t>
            </a:r>
            <a:r>
              <a:rPr spc="15" dirty="0">
                <a:solidFill>
                  <a:srgbClr val="FFFFFF"/>
                </a:solidFill>
                <a:latin typeface="Arial MT"/>
                <a:cs typeface="Arial MT"/>
              </a:rPr>
              <a:t> </a:t>
            </a:r>
            <a:r>
              <a:rPr dirty="0">
                <a:solidFill>
                  <a:srgbClr val="FFFFFF"/>
                </a:solidFill>
                <a:latin typeface="Arial MT"/>
                <a:cs typeface="Arial MT"/>
              </a:rPr>
              <a:t>7</a:t>
            </a:r>
            <a:r>
              <a:rPr spc="-35" dirty="0">
                <a:solidFill>
                  <a:srgbClr val="FFFFFF"/>
                </a:solidFill>
                <a:latin typeface="Arial MT"/>
                <a:cs typeface="Arial MT"/>
              </a:rPr>
              <a:t> </a:t>
            </a:r>
            <a:r>
              <a:rPr dirty="0">
                <a:solidFill>
                  <a:srgbClr val="FFFFFF"/>
                </a:solidFill>
                <a:latin typeface="Arial MT"/>
                <a:cs typeface="Arial MT"/>
              </a:rPr>
              <a:t>(or)</a:t>
            </a:r>
            <a:r>
              <a:rPr spc="-35" dirty="0">
                <a:solidFill>
                  <a:srgbClr val="FFFFFF"/>
                </a:solidFill>
                <a:latin typeface="Arial MT"/>
                <a:cs typeface="Arial MT"/>
              </a:rPr>
              <a:t> </a:t>
            </a:r>
            <a:r>
              <a:rPr dirty="0">
                <a:solidFill>
                  <a:srgbClr val="FFFFFF"/>
                </a:solidFill>
                <a:latin typeface="Arial MT"/>
                <a:cs typeface="Arial MT"/>
              </a:rPr>
              <a:t>above</a:t>
            </a:r>
            <a:r>
              <a:rPr spc="-30" dirty="0">
                <a:solidFill>
                  <a:srgbClr val="FFFFFF"/>
                </a:solidFill>
                <a:latin typeface="Arial MT"/>
                <a:cs typeface="Arial MT"/>
              </a:rPr>
              <a:t> </a:t>
            </a:r>
            <a:r>
              <a:rPr spc="-10" dirty="0">
                <a:solidFill>
                  <a:srgbClr val="FFFFFF"/>
                </a:solidFill>
                <a:latin typeface="Arial MT"/>
                <a:cs typeface="Arial MT"/>
              </a:rPr>
              <a:t>generations</a:t>
            </a:r>
            <a:endParaRPr dirty="0">
              <a:latin typeface="Arial MT"/>
              <a:cs typeface="Arial MT"/>
            </a:endParaRPr>
          </a:p>
          <a:p>
            <a:pPr marL="353695" indent="-340995">
              <a:lnSpc>
                <a:spcPct val="100000"/>
              </a:lnSpc>
              <a:spcBef>
                <a:spcPts val="805"/>
              </a:spcBef>
              <a:buAutoNum type="alphaLcParenBoth"/>
              <a:tabLst>
                <a:tab pos="353695" algn="l"/>
              </a:tabLst>
            </a:pPr>
            <a:r>
              <a:rPr dirty="0">
                <a:solidFill>
                  <a:srgbClr val="FFFFFF"/>
                </a:solidFill>
                <a:latin typeface="Arial MT"/>
                <a:cs typeface="Arial MT"/>
              </a:rPr>
              <a:t>Browser:</a:t>
            </a:r>
            <a:r>
              <a:rPr spc="-35" dirty="0">
                <a:solidFill>
                  <a:srgbClr val="FFFFFF"/>
                </a:solidFill>
                <a:latin typeface="Arial MT"/>
                <a:cs typeface="Arial MT"/>
              </a:rPr>
              <a:t> </a:t>
            </a:r>
            <a:r>
              <a:rPr spc="-80" dirty="0">
                <a:solidFill>
                  <a:srgbClr val="FFFFFF"/>
                </a:solidFill>
                <a:latin typeface="Arial MT"/>
                <a:cs typeface="Arial MT"/>
              </a:rPr>
              <a:t>To</a:t>
            </a:r>
            <a:r>
              <a:rPr spc="-45" dirty="0">
                <a:solidFill>
                  <a:srgbClr val="FFFFFF"/>
                </a:solidFill>
                <a:latin typeface="Arial MT"/>
                <a:cs typeface="Arial MT"/>
              </a:rPr>
              <a:t> </a:t>
            </a:r>
            <a:r>
              <a:rPr dirty="0">
                <a:solidFill>
                  <a:srgbClr val="FFFFFF"/>
                </a:solidFill>
                <a:latin typeface="Arial MT"/>
                <a:cs typeface="Arial MT"/>
              </a:rPr>
              <a:t>see</a:t>
            </a:r>
            <a:r>
              <a:rPr spc="-40" dirty="0">
                <a:solidFill>
                  <a:srgbClr val="FFFFFF"/>
                </a:solidFill>
                <a:latin typeface="Arial MT"/>
                <a:cs typeface="Arial MT"/>
              </a:rPr>
              <a:t> </a:t>
            </a:r>
            <a:r>
              <a:rPr dirty="0">
                <a:solidFill>
                  <a:srgbClr val="FFFFFF"/>
                </a:solidFill>
                <a:latin typeface="Arial MT"/>
                <a:cs typeface="Arial MT"/>
              </a:rPr>
              <a:t>the</a:t>
            </a:r>
            <a:r>
              <a:rPr spc="-35" dirty="0">
                <a:solidFill>
                  <a:srgbClr val="FFFFFF"/>
                </a:solidFill>
                <a:latin typeface="Arial MT"/>
                <a:cs typeface="Arial MT"/>
              </a:rPr>
              <a:t> </a:t>
            </a:r>
            <a:r>
              <a:rPr spc="-10" dirty="0">
                <a:solidFill>
                  <a:srgbClr val="FFFFFF"/>
                </a:solidFill>
                <a:latin typeface="Arial MT"/>
                <a:cs typeface="Arial MT"/>
              </a:rPr>
              <a:t>Output</a:t>
            </a:r>
            <a:endParaRPr dirty="0">
              <a:latin typeface="Arial MT"/>
              <a:cs typeface="Arial MT"/>
            </a:endParaRPr>
          </a:p>
          <a:p>
            <a:pPr marL="12700">
              <a:lnSpc>
                <a:spcPct val="100000"/>
              </a:lnSpc>
              <a:spcBef>
                <a:spcPts val="785"/>
              </a:spcBef>
            </a:pPr>
            <a:r>
              <a:rPr b="1" dirty="0">
                <a:solidFill>
                  <a:srgbClr val="FFFFFF"/>
                </a:solidFill>
                <a:latin typeface="Arial MT"/>
                <a:cs typeface="Arial MT"/>
              </a:rPr>
              <a:t>Hardware</a:t>
            </a:r>
            <a:r>
              <a:rPr b="1" spc="-125" dirty="0">
                <a:solidFill>
                  <a:srgbClr val="FFFFFF"/>
                </a:solidFill>
                <a:latin typeface="Arial MT"/>
                <a:cs typeface="Arial MT"/>
              </a:rPr>
              <a:t> </a:t>
            </a:r>
            <a:r>
              <a:rPr b="1" spc="-10" dirty="0">
                <a:solidFill>
                  <a:srgbClr val="FFFFFF"/>
                </a:solidFill>
                <a:latin typeface="Arial MT"/>
                <a:cs typeface="Arial MT"/>
              </a:rPr>
              <a:t>Requirements:</a:t>
            </a:r>
            <a:endParaRPr b="1" dirty="0">
              <a:latin typeface="Arial MT"/>
              <a:cs typeface="Arial MT"/>
            </a:endParaRPr>
          </a:p>
          <a:p>
            <a:pPr marL="354965" indent="-342265">
              <a:lnSpc>
                <a:spcPct val="100000"/>
              </a:lnSpc>
              <a:spcBef>
                <a:spcPts val="815"/>
              </a:spcBef>
              <a:buAutoNum type="alphaLcParenBoth"/>
              <a:tabLst>
                <a:tab pos="354965" algn="l"/>
              </a:tabLst>
            </a:pPr>
            <a:r>
              <a:rPr dirty="0">
                <a:solidFill>
                  <a:srgbClr val="FFFFFF"/>
                </a:solidFill>
                <a:latin typeface="Arial MT"/>
                <a:cs typeface="Arial MT"/>
              </a:rPr>
              <a:t>RAM:</a:t>
            </a:r>
            <a:r>
              <a:rPr spc="-60" dirty="0">
                <a:solidFill>
                  <a:srgbClr val="FFFFFF"/>
                </a:solidFill>
                <a:latin typeface="Arial MT"/>
                <a:cs typeface="Arial MT"/>
              </a:rPr>
              <a:t> </a:t>
            </a:r>
            <a:r>
              <a:rPr dirty="0">
                <a:solidFill>
                  <a:srgbClr val="FFFFFF"/>
                </a:solidFill>
                <a:latin typeface="Arial MT"/>
                <a:cs typeface="Arial MT"/>
              </a:rPr>
              <a:t>Minimum</a:t>
            </a:r>
            <a:r>
              <a:rPr spc="-50" dirty="0">
                <a:solidFill>
                  <a:srgbClr val="FFFFFF"/>
                </a:solidFill>
                <a:latin typeface="Arial MT"/>
                <a:cs typeface="Arial MT"/>
              </a:rPr>
              <a:t> </a:t>
            </a:r>
            <a:r>
              <a:rPr spc="-25" dirty="0">
                <a:solidFill>
                  <a:srgbClr val="FFFFFF"/>
                </a:solidFill>
                <a:latin typeface="Arial MT"/>
                <a:cs typeface="Arial MT"/>
              </a:rPr>
              <a:t>4GB</a:t>
            </a:r>
            <a:endParaRPr dirty="0">
              <a:latin typeface="Arial MT"/>
              <a:cs typeface="Arial MT"/>
            </a:endParaRPr>
          </a:p>
          <a:p>
            <a:pPr marL="354965" indent="-342265">
              <a:lnSpc>
                <a:spcPct val="100000"/>
              </a:lnSpc>
              <a:spcBef>
                <a:spcPts val="805"/>
              </a:spcBef>
              <a:buAutoNum type="alphaLcParenBoth"/>
              <a:tabLst>
                <a:tab pos="354965" algn="l"/>
              </a:tabLst>
            </a:pPr>
            <a:r>
              <a:rPr dirty="0">
                <a:solidFill>
                  <a:srgbClr val="FFFFFF"/>
                </a:solidFill>
                <a:latin typeface="Arial MT"/>
                <a:cs typeface="Arial MT"/>
              </a:rPr>
              <a:t>Hard</a:t>
            </a:r>
            <a:r>
              <a:rPr spc="-35" dirty="0">
                <a:solidFill>
                  <a:srgbClr val="FFFFFF"/>
                </a:solidFill>
                <a:latin typeface="Arial MT"/>
                <a:cs typeface="Arial MT"/>
              </a:rPr>
              <a:t> </a:t>
            </a:r>
            <a:r>
              <a:rPr dirty="0">
                <a:solidFill>
                  <a:srgbClr val="FFFFFF"/>
                </a:solidFill>
                <a:latin typeface="Arial MT"/>
                <a:cs typeface="Arial MT"/>
              </a:rPr>
              <a:t>Disk:</a:t>
            </a:r>
            <a:r>
              <a:rPr spc="-30" dirty="0">
                <a:solidFill>
                  <a:srgbClr val="FFFFFF"/>
                </a:solidFill>
                <a:latin typeface="Arial MT"/>
                <a:cs typeface="Arial MT"/>
              </a:rPr>
              <a:t> </a:t>
            </a:r>
            <a:r>
              <a:rPr dirty="0">
                <a:solidFill>
                  <a:srgbClr val="FFFFFF"/>
                </a:solidFill>
                <a:latin typeface="Arial MT"/>
                <a:cs typeface="Arial MT"/>
              </a:rPr>
              <a:t>Minimum</a:t>
            </a:r>
            <a:r>
              <a:rPr spc="-25" dirty="0">
                <a:solidFill>
                  <a:srgbClr val="FFFFFF"/>
                </a:solidFill>
                <a:latin typeface="Arial MT"/>
                <a:cs typeface="Arial MT"/>
              </a:rPr>
              <a:t> 4GB</a:t>
            </a:r>
            <a:endParaRPr dirty="0">
              <a:latin typeface="Arial MT"/>
              <a:cs typeface="Arial MT"/>
            </a:endParaRPr>
          </a:p>
          <a:p>
            <a:pPr marL="342265" indent="-329565">
              <a:lnSpc>
                <a:spcPct val="100000"/>
              </a:lnSpc>
              <a:spcBef>
                <a:spcPts val="790"/>
              </a:spcBef>
              <a:buAutoNum type="alphaLcParenBoth"/>
              <a:tabLst>
                <a:tab pos="342265" algn="l"/>
              </a:tabLst>
            </a:pPr>
            <a:r>
              <a:rPr dirty="0">
                <a:solidFill>
                  <a:srgbClr val="FFFFFF"/>
                </a:solidFill>
                <a:latin typeface="Arial MT"/>
                <a:cs typeface="Arial MT"/>
              </a:rPr>
              <a:t>Processor:</a:t>
            </a:r>
            <a:r>
              <a:rPr spc="-20" dirty="0">
                <a:solidFill>
                  <a:srgbClr val="FFFFFF"/>
                </a:solidFill>
                <a:latin typeface="Arial MT"/>
                <a:cs typeface="Arial MT"/>
              </a:rPr>
              <a:t> </a:t>
            </a:r>
            <a:r>
              <a:rPr dirty="0">
                <a:solidFill>
                  <a:srgbClr val="FFFFFF"/>
                </a:solidFill>
                <a:latin typeface="Arial MT"/>
                <a:cs typeface="Arial MT"/>
              </a:rPr>
              <a:t>Intel</a:t>
            </a:r>
            <a:r>
              <a:rPr spc="-35" dirty="0">
                <a:solidFill>
                  <a:srgbClr val="FFFFFF"/>
                </a:solidFill>
                <a:latin typeface="Arial MT"/>
                <a:cs typeface="Arial MT"/>
              </a:rPr>
              <a:t> </a:t>
            </a:r>
            <a:r>
              <a:rPr dirty="0">
                <a:solidFill>
                  <a:srgbClr val="FFFFFF"/>
                </a:solidFill>
                <a:latin typeface="Arial MT"/>
                <a:cs typeface="Arial MT"/>
              </a:rPr>
              <a:t>Core</a:t>
            </a:r>
            <a:r>
              <a:rPr spc="-20" dirty="0">
                <a:solidFill>
                  <a:srgbClr val="FFFFFF"/>
                </a:solidFill>
                <a:latin typeface="Arial MT"/>
                <a:cs typeface="Arial MT"/>
              </a:rPr>
              <a:t> </a:t>
            </a:r>
            <a:r>
              <a:rPr dirty="0">
                <a:solidFill>
                  <a:srgbClr val="FFFFFF"/>
                </a:solidFill>
                <a:latin typeface="Arial MT"/>
                <a:cs typeface="Arial MT"/>
              </a:rPr>
              <a:t>i3</a:t>
            </a:r>
            <a:r>
              <a:rPr spc="-35" dirty="0">
                <a:solidFill>
                  <a:srgbClr val="FFFFFF"/>
                </a:solidFill>
                <a:latin typeface="Arial MT"/>
                <a:cs typeface="Arial MT"/>
              </a:rPr>
              <a:t> </a:t>
            </a:r>
            <a:r>
              <a:rPr spc="-10" dirty="0">
                <a:solidFill>
                  <a:srgbClr val="FFFFFF"/>
                </a:solidFill>
                <a:latin typeface="Arial MT"/>
                <a:cs typeface="Arial MT"/>
              </a:rPr>
              <a:t>processor</a:t>
            </a:r>
            <a:endParaRPr dirty="0">
              <a:latin typeface="Arial MT"/>
              <a:cs typeface="Arial MT"/>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514351" y="703411"/>
            <a:ext cx="7598569" cy="599779"/>
          </a:xfrm>
          <a:prstGeom prst="rect">
            <a:avLst/>
          </a:prstGeom>
        </p:spPr>
        <p:txBody>
          <a:bodyPr vert="horz" wrap="square" lIns="0" tIns="106298" rIns="0" bIns="0" rtlCol="0">
            <a:spAutoFit/>
          </a:bodyPr>
          <a:lstStyle/>
          <a:p>
            <a:pPr marL="1750060">
              <a:lnSpc>
                <a:spcPct val="100000"/>
              </a:lnSpc>
              <a:spcBef>
                <a:spcPts val="100"/>
              </a:spcBef>
            </a:pPr>
            <a:r>
              <a:rPr sz="3200" b="1" spc="-290" dirty="0">
                <a:solidFill>
                  <a:srgbClr val="FFC000"/>
                </a:solidFill>
                <a:latin typeface="Times New Roman" panose="02020603050405020304" pitchFamily="18" charset="0"/>
                <a:cs typeface="Times New Roman" panose="02020603050405020304" pitchFamily="18" charset="0"/>
              </a:rPr>
              <a:t>SYSTEM</a:t>
            </a:r>
            <a:r>
              <a:rPr sz="3200" b="1" spc="-530" dirty="0">
                <a:solidFill>
                  <a:srgbClr val="FFC000"/>
                </a:solidFill>
                <a:latin typeface="Times New Roman" panose="02020603050405020304" pitchFamily="18" charset="0"/>
                <a:cs typeface="Times New Roman" panose="02020603050405020304" pitchFamily="18" charset="0"/>
              </a:rPr>
              <a:t> </a:t>
            </a:r>
            <a:r>
              <a:rPr lang="en-IN" sz="3200" b="1" spc="-530" dirty="0">
                <a:solidFill>
                  <a:srgbClr val="FFC000"/>
                </a:solidFill>
                <a:latin typeface="Times New Roman" panose="02020603050405020304" pitchFamily="18" charset="0"/>
                <a:cs typeface="Times New Roman" panose="02020603050405020304" pitchFamily="18" charset="0"/>
              </a:rPr>
              <a:t>     </a:t>
            </a:r>
            <a:r>
              <a:rPr sz="3200" b="1" spc="-270" dirty="0">
                <a:solidFill>
                  <a:srgbClr val="FFC000"/>
                </a:solidFill>
                <a:latin typeface="Times New Roman" panose="02020603050405020304" pitchFamily="18" charset="0"/>
                <a:cs typeface="Times New Roman" panose="02020603050405020304" pitchFamily="18" charset="0"/>
              </a:rPr>
              <a:t>ARCHITECTURE</a:t>
            </a:r>
            <a:endParaRPr sz="3200" b="1" dirty="0">
              <a:solidFill>
                <a:srgbClr val="FFC000"/>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661D0441-2002-EBDC-CE73-3F62981606A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4661" y="1717288"/>
            <a:ext cx="6929349" cy="2460702"/>
          </a:xfrm>
          <a:prstGeom prst="rect">
            <a:avLst/>
          </a:prstGeom>
        </p:spPr>
      </p:pic>
      <p:sp>
        <p:nvSpPr>
          <p:cNvPr id="6" name="TextBox 5">
            <a:extLst>
              <a:ext uri="{FF2B5EF4-FFF2-40B4-BE49-F238E27FC236}">
                <a16:creationId xmlns:a16="http://schemas.microsoft.com/office/drawing/2014/main" id="{B699C31D-59E3-8F0E-93B5-130D34B15078}"/>
              </a:ext>
            </a:extLst>
          </p:cNvPr>
          <p:cNvSpPr txBox="1"/>
          <p:nvPr/>
        </p:nvSpPr>
        <p:spPr>
          <a:xfrm>
            <a:off x="5508703" y="2780371"/>
            <a:ext cx="468350" cy="261610"/>
          </a:xfrm>
          <a:prstGeom prst="rect">
            <a:avLst/>
          </a:prstGeom>
          <a:noFill/>
        </p:spPr>
        <p:txBody>
          <a:bodyPr wrap="square" rtlCol="0">
            <a:spAutoFit/>
          </a:bodyPr>
          <a:lstStyle/>
          <a:p>
            <a:r>
              <a:rPr lang="en-IN" sz="1100" b="1" dirty="0">
                <a:solidFill>
                  <a:schemeClr val="bg1">
                    <a:lumMod val="95000"/>
                    <a:lumOff val="5000"/>
                  </a:schemeClr>
                </a:solidFill>
                <a:latin typeface="Arial Black" panose="020B0A04020102020204" pitchFamily="34" charset="0"/>
              </a:rPr>
              <a:t>API</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52400" y="867918"/>
            <a:ext cx="8839200" cy="4233851"/>
          </a:xfrm>
          <a:prstGeom prst="rect">
            <a:avLst/>
          </a:prstGeom>
        </p:spPr>
        <p:txBody>
          <a:bodyPr vert="horz" wrap="square" lIns="0" tIns="12065" rIns="0" bIns="0" rtlCol="0">
            <a:spAutoFit/>
          </a:bodyPr>
          <a:lstStyle/>
          <a:p>
            <a:pPr marL="424180" algn="just">
              <a:lnSpc>
                <a:spcPct val="100000"/>
              </a:lnSpc>
              <a:spcBef>
                <a:spcPts val="1040"/>
              </a:spcBef>
            </a:pPr>
            <a:r>
              <a:rPr lang="en-US" spc="-30" dirty="0">
                <a:solidFill>
                  <a:srgbClr val="FFFFFF"/>
                </a:solidFill>
                <a:uFill>
                  <a:solidFill>
                    <a:srgbClr val="FFFFFF"/>
                  </a:solidFill>
                </a:uFill>
                <a:latin typeface="Arial"/>
                <a:cs typeface="Arial"/>
              </a:rPr>
              <a:t>Creating a text to speech converter ensures a systematic framework for handling text input, linguistic analysis, phonetic conversion, and speech synthesis. It guarantees </a:t>
            </a:r>
            <a:r>
              <a:rPr lang="en-US" b="1" spc="-30" dirty="0">
                <a:solidFill>
                  <a:srgbClr val="FFFFFF"/>
                </a:solidFill>
                <a:uFill>
                  <a:solidFill>
                    <a:srgbClr val="FFFFFF"/>
                  </a:solidFill>
                </a:uFill>
                <a:latin typeface="Arial"/>
                <a:cs typeface="Arial"/>
              </a:rPr>
              <a:t>consistency, accuracy</a:t>
            </a:r>
            <a:r>
              <a:rPr lang="en-US" spc="-30" dirty="0">
                <a:solidFill>
                  <a:srgbClr val="FFFFFF"/>
                </a:solidFill>
                <a:uFill>
                  <a:solidFill>
                    <a:srgbClr val="FFFFFF"/>
                  </a:solidFill>
                </a:uFill>
                <a:latin typeface="Arial"/>
                <a:cs typeface="Arial"/>
              </a:rPr>
              <a:t>, and </a:t>
            </a:r>
            <a:r>
              <a:rPr lang="en-US" b="1" spc="-30" dirty="0">
                <a:solidFill>
                  <a:srgbClr val="FFFFFF"/>
                </a:solidFill>
                <a:uFill>
                  <a:solidFill>
                    <a:srgbClr val="FFFFFF"/>
                  </a:solidFill>
                </a:uFill>
                <a:latin typeface="Arial"/>
                <a:cs typeface="Arial"/>
              </a:rPr>
              <a:t>scalability</a:t>
            </a:r>
            <a:r>
              <a:rPr lang="en-US" spc="-30" dirty="0">
                <a:solidFill>
                  <a:srgbClr val="FFFFFF"/>
                </a:solidFill>
                <a:uFill>
                  <a:solidFill>
                    <a:srgbClr val="FFFFFF"/>
                  </a:solidFill>
                </a:uFill>
                <a:latin typeface="Arial"/>
                <a:cs typeface="Arial"/>
              </a:rPr>
              <a:t>, enabling the development of a reliable system that converts text into natural-sounding speech.</a:t>
            </a:r>
          </a:p>
          <a:p>
            <a:pPr marL="424180">
              <a:lnSpc>
                <a:spcPct val="100000"/>
              </a:lnSpc>
              <a:spcBef>
                <a:spcPts val="1040"/>
              </a:spcBef>
            </a:pPr>
            <a:r>
              <a:rPr b="1" u="sng" spc="-30" dirty="0">
                <a:solidFill>
                  <a:srgbClr val="FFFFFF"/>
                </a:solidFill>
                <a:uFill>
                  <a:solidFill>
                    <a:srgbClr val="FFFFFF"/>
                  </a:solidFill>
                </a:uFill>
                <a:latin typeface="Arial"/>
                <a:cs typeface="Arial"/>
              </a:rPr>
              <a:t>Modules</a:t>
            </a:r>
            <a:r>
              <a:rPr b="1" spc="-30" dirty="0">
                <a:solidFill>
                  <a:srgbClr val="FFFFFF"/>
                </a:solidFill>
                <a:latin typeface="Arial"/>
                <a:cs typeface="Arial"/>
              </a:rPr>
              <a:t>:</a:t>
            </a:r>
            <a:r>
              <a:rPr b="1" spc="465" dirty="0">
                <a:solidFill>
                  <a:srgbClr val="FFFFFF"/>
                </a:solidFill>
                <a:latin typeface="Arial"/>
                <a:cs typeface="Arial"/>
              </a:rPr>
              <a:t> </a:t>
            </a:r>
            <a:r>
              <a:rPr dirty="0">
                <a:solidFill>
                  <a:srgbClr val="FFFFFF"/>
                </a:solidFill>
                <a:latin typeface="Arial MT"/>
                <a:cs typeface="Arial MT"/>
              </a:rPr>
              <a:t>Identifying</a:t>
            </a:r>
            <a:r>
              <a:rPr spc="465" dirty="0">
                <a:solidFill>
                  <a:srgbClr val="FFFFFF"/>
                </a:solidFill>
                <a:latin typeface="Arial MT"/>
                <a:cs typeface="Arial MT"/>
              </a:rPr>
              <a:t> </a:t>
            </a:r>
            <a:r>
              <a:rPr dirty="0">
                <a:solidFill>
                  <a:srgbClr val="FFFFFF"/>
                </a:solidFill>
                <a:latin typeface="Arial MT"/>
                <a:cs typeface="Arial MT"/>
              </a:rPr>
              <a:t>the</a:t>
            </a:r>
            <a:r>
              <a:rPr spc="470" dirty="0">
                <a:solidFill>
                  <a:srgbClr val="FFFFFF"/>
                </a:solidFill>
                <a:latin typeface="Arial MT"/>
                <a:cs typeface="Arial MT"/>
              </a:rPr>
              <a:t> </a:t>
            </a:r>
            <a:r>
              <a:rPr dirty="0">
                <a:solidFill>
                  <a:srgbClr val="FFFFFF"/>
                </a:solidFill>
                <a:latin typeface="Arial MT"/>
                <a:cs typeface="Arial MT"/>
              </a:rPr>
              <a:t>key</a:t>
            </a:r>
            <a:r>
              <a:rPr spc="440" dirty="0">
                <a:solidFill>
                  <a:srgbClr val="FFFFFF"/>
                </a:solidFill>
                <a:latin typeface="Arial MT"/>
                <a:cs typeface="Arial MT"/>
              </a:rPr>
              <a:t> </a:t>
            </a:r>
            <a:r>
              <a:rPr dirty="0">
                <a:solidFill>
                  <a:srgbClr val="FFFFFF"/>
                </a:solidFill>
                <a:latin typeface="Arial MT"/>
                <a:cs typeface="Arial MT"/>
              </a:rPr>
              <a:t>functionalities</a:t>
            </a:r>
            <a:r>
              <a:rPr spc="470" dirty="0">
                <a:solidFill>
                  <a:srgbClr val="FFFFFF"/>
                </a:solidFill>
                <a:latin typeface="Arial MT"/>
                <a:cs typeface="Arial MT"/>
              </a:rPr>
              <a:t> </a:t>
            </a:r>
            <a:r>
              <a:rPr dirty="0">
                <a:solidFill>
                  <a:srgbClr val="FFFFFF"/>
                </a:solidFill>
                <a:latin typeface="Arial MT"/>
                <a:cs typeface="Arial MT"/>
              </a:rPr>
              <a:t>or</a:t>
            </a:r>
            <a:r>
              <a:rPr spc="465" dirty="0">
                <a:solidFill>
                  <a:srgbClr val="FFFFFF"/>
                </a:solidFill>
                <a:latin typeface="Arial MT"/>
                <a:cs typeface="Arial MT"/>
              </a:rPr>
              <a:t> </a:t>
            </a:r>
            <a:r>
              <a:rPr dirty="0">
                <a:solidFill>
                  <a:srgbClr val="FFFFFF"/>
                </a:solidFill>
                <a:latin typeface="Arial MT"/>
                <a:cs typeface="Arial MT"/>
              </a:rPr>
              <a:t>features</a:t>
            </a:r>
            <a:r>
              <a:rPr spc="459" dirty="0">
                <a:solidFill>
                  <a:srgbClr val="FFFFFF"/>
                </a:solidFill>
                <a:latin typeface="Arial MT"/>
                <a:cs typeface="Arial MT"/>
              </a:rPr>
              <a:t> </a:t>
            </a:r>
            <a:r>
              <a:rPr dirty="0">
                <a:solidFill>
                  <a:srgbClr val="FFFFFF"/>
                </a:solidFill>
                <a:latin typeface="Arial MT"/>
                <a:cs typeface="Arial MT"/>
              </a:rPr>
              <a:t>our</a:t>
            </a:r>
            <a:r>
              <a:rPr lang="en-IN" spc="465" dirty="0">
                <a:solidFill>
                  <a:srgbClr val="FFFFFF"/>
                </a:solidFill>
                <a:latin typeface="Arial MT"/>
                <a:cs typeface="Arial MT"/>
              </a:rPr>
              <a:t> </a:t>
            </a:r>
            <a:r>
              <a:rPr lang="en-IN" dirty="0">
                <a:solidFill>
                  <a:srgbClr val="FFFFFF"/>
                </a:solidFill>
                <a:latin typeface="Arial MT"/>
                <a:cs typeface="Arial MT"/>
              </a:rPr>
              <a:t>Type2Tone(Text to speech converter)</a:t>
            </a:r>
            <a:r>
              <a:rPr spc="465" dirty="0">
                <a:solidFill>
                  <a:srgbClr val="FFFFFF"/>
                </a:solidFill>
                <a:latin typeface="Arial MT"/>
                <a:cs typeface="Arial MT"/>
              </a:rPr>
              <a:t> </a:t>
            </a:r>
            <a:r>
              <a:rPr spc="-20" dirty="0">
                <a:solidFill>
                  <a:srgbClr val="FFFFFF"/>
                </a:solidFill>
                <a:latin typeface="Arial MT"/>
                <a:cs typeface="Arial MT"/>
              </a:rPr>
              <a:t>will</a:t>
            </a:r>
            <a:r>
              <a:rPr lang="en-IN" spc="-20" dirty="0">
                <a:latin typeface="Arial MT"/>
                <a:cs typeface="Arial MT"/>
              </a:rPr>
              <a:t> </a:t>
            </a:r>
            <a:r>
              <a:rPr dirty="0">
                <a:solidFill>
                  <a:srgbClr val="FFFFFF"/>
                </a:solidFill>
                <a:latin typeface="Arial MT"/>
                <a:cs typeface="Arial MT"/>
              </a:rPr>
              <a:t>have.</a:t>
            </a:r>
            <a:r>
              <a:rPr spc="90" dirty="0">
                <a:solidFill>
                  <a:srgbClr val="FFFFFF"/>
                </a:solidFill>
                <a:latin typeface="Arial MT"/>
                <a:cs typeface="Arial MT"/>
              </a:rPr>
              <a:t> </a:t>
            </a:r>
            <a:r>
              <a:rPr dirty="0">
                <a:solidFill>
                  <a:srgbClr val="FFFFFF"/>
                </a:solidFill>
                <a:latin typeface="Arial MT"/>
                <a:cs typeface="Arial MT"/>
              </a:rPr>
              <a:t>Common</a:t>
            </a:r>
            <a:r>
              <a:rPr spc="125" dirty="0">
                <a:solidFill>
                  <a:srgbClr val="FFFFFF"/>
                </a:solidFill>
                <a:latin typeface="Arial MT"/>
                <a:cs typeface="Arial MT"/>
              </a:rPr>
              <a:t> </a:t>
            </a:r>
            <a:r>
              <a:rPr dirty="0">
                <a:solidFill>
                  <a:srgbClr val="FFFFFF"/>
                </a:solidFill>
                <a:latin typeface="Arial MT"/>
                <a:cs typeface="Arial MT"/>
              </a:rPr>
              <a:t>modules</a:t>
            </a:r>
            <a:r>
              <a:rPr spc="110" dirty="0">
                <a:solidFill>
                  <a:srgbClr val="FFFFFF"/>
                </a:solidFill>
                <a:latin typeface="Arial MT"/>
                <a:cs typeface="Arial MT"/>
              </a:rPr>
              <a:t> </a:t>
            </a:r>
            <a:r>
              <a:rPr spc="-10" dirty="0">
                <a:solidFill>
                  <a:srgbClr val="FFFFFF"/>
                </a:solidFill>
                <a:latin typeface="Arial MT"/>
                <a:cs typeface="Arial MT"/>
              </a:rPr>
              <a:t>include:</a:t>
            </a:r>
            <a:endParaRPr dirty="0">
              <a:latin typeface="Arial MT"/>
              <a:cs typeface="Arial MT"/>
            </a:endParaRPr>
          </a:p>
          <a:p>
            <a:pPr marL="600710" indent="-236220">
              <a:lnSpc>
                <a:spcPct val="100000"/>
              </a:lnSpc>
              <a:spcBef>
                <a:spcPts val="1045"/>
              </a:spcBef>
              <a:buSzPct val="93939"/>
              <a:buAutoNum type="arabicPeriod"/>
              <a:tabLst>
                <a:tab pos="600710" algn="l"/>
              </a:tabLst>
            </a:pPr>
            <a:r>
              <a:rPr spc="-20" dirty="0">
                <a:solidFill>
                  <a:srgbClr val="FFFFFF"/>
                </a:solidFill>
                <a:latin typeface="Arial MT"/>
                <a:cs typeface="Arial MT"/>
              </a:rPr>
              <a:t>Home</a:t>
            </a:r>
            <a:endParaRPr lang="en-IN" spc="-20" dirty="0">
              <a:latin typeface="Arial MT"/>
              <a:cs typeface="Arial MT"/>
            </a:endParaRPr>
          </a:p>
          <a:p>
            <a:pPr marL="600710" indent="-236220">
              <a:lnSpc>
                <a:spcPct val="100000"/>
              </a:lnSpc>
              <a:spcBef>
                <a:spcPts val="1045"/>
              </a:spcBef>
              <a:buSzPct val="93939"/>
              <a:buAutoNum type="arabicPeriod"/>
              <a:tabLst>
                <a:tab pos="600710" algn="l"/>
              </a:tabLst>
            </a:pPr>
            <a:r>
              <a:rPr lang="en-IN" dirty="0">
                <a:solidFill>
                  <a:srgbClr val="FFFFFF"/>
                </a:solidFill>
                <a:latin typeface="Arial MT"/>
                <a:cs typeface="Arial MT"/>
              </a:rPr>
              <a:t>Explore</a:t>
            </a:r>
            <a:endParaRPr dirty="0">
              <a:latin typeface="Arial MT"/>
              <a:cs typeface="Arial MT"/>
            </a:endParaRPr>
          </a:p>
          <a:p>
            <a:pPr marL="600075" indent="-235585">
              <a:lnSpc>
                <a:spcPct val="100000"/>
              </a:lnSpc>
              <a:spcBef>
                <a:spcPts val="1045"/>
              </a:spcBef>
              <a:buSzPct val="93939"/>
              <a:buAutoNum type="arabicPeriod"/>
              <a:tabLst>
                <a:tab pos="600075" algn="l"/>
              </a:tabLst>
            </a:pPr>
            <a:r>
              <a:rPr lang="en-IN" spc="-10" dirty="0">
                <a:solidFill>
                  <a:srgbClr val="FFFFFF"/>
                </a:solidFill>
                <a:latin typeface="Arial MT"/>
                <a:cs typeface="Arial MT"/>
              </a:rPr>
              <a:t>Text </a:t>
            </a:r>
            <a:r>
              <a:rPr spc="-10" dirty="0">
                <a:solidFill>
                  <a:srgbClr val="FFFFFF"/>
                </a:solidFill>
                <a:latin typeface="Arial MT"/>
                <a:cs typeface="Arial MT"/>
              </a:rPr>
              <a:t>Entry</a:t>
            </a:r>
            <a:endParaRPr dirty="0">
              <a:latin typeface="Arial MT"/>
              <a:cs typeface="Arial MT"/>
            </a:endParaRPr>
          </a:p>
          <a:p>
            <a:pPr marL="600710" indent="-236220">
              <a:lnSpc>
                <a:spcPct val="100000"/>
              </a:lnSpc>
              <a:spcBef>
                <a:spcPts val="1045"/>
              </a:spcBef>
              <a:buSzPct val="93939"/>
              <a:buAutoNum type="arabicPeriod"/>
              <a:tabLst>
                <a:tab pos="600710" algn="l"/>
              </a:tabLst>
            </a:pPr>
            <a:r>
              <a:rPr lang="en-IN" dirty="0">
                <a:solidFill>
                  <a:srgbClr val="FFFFFF"/>
                </a:solidFill>
                <a:latin typeface="Arial MT"/>
                <a:cs typeface="Arial MT"/>
              </a:rPr>
              <a:t>Select voice</a:t>
            </a:r>
            <a:endParaRPr dirty="0">
              <a:latin typeface="Arial MT"/>
              <a:cs typeface="Arial MT"/>
            </a:endParaRPr>
          </a:p>
          <a:p>
            <a:pPr marL="600075" indent="-235585">
              <a:lnSpc>
                <a:spcPct val="100000"/>
              </a:lnSpc>
              <a:spcBef>
                <a:spcPts val="1045"/>
              </a:spcBef>
              <a:buSzPct val="93939"/>
              <a:buAutoNum type="arabicPeriod"/>
              <a:tabLst>
                <a:tab pos="600075" algn="l"/>
              </a:tabLst>
            </a:pPr>
            <a:r>
              <a:rPr lang="en-IN" spc="-10" dirty="0">
                <a:solidFill>
                  <a:srgbClr val="FFFFFF"/>
                </a:solidFill>
                <a:latin typeface="Arial MT"/>
                <a:cs typeface="Arial MT"/>
              </a:rPr>
              <a:t>Listen</a:t>
            </a:r>
          </a:p>
          <a:p>
            <a:pPr marL="600075" indent="-235585">
              <a:lnSpc>
                <a:spcPct val="100000"/>
              </a:lnSpc>
              <a:spcBef>
                <a:spcPts val="1045"/>
              </a:spcBef>
              <a:buSzPct val="93939"/>
              <a:buAutoNum type="arabicPeriod"/>
              <a:tabLst>
                <a:tab pos="600075" algn="l"/>
              </a:tabLst>
            </a:pPr>
            <a:r>
              <a:rPr lang="en-IN" spc="-10" dirty="0">
                <a:solidFill>
                  <a:srgbClr val="FFFFFF"/>
                </a:solidFill>
                <a:latin typeface="Arial MT"/>
                <a:cs typeface="Arial MT"/>
              </a:rPr>
              <a:t>Exit</a:t>
            </a:r>
            <a:endParaRPr dirty="0">
              <a:latin typeface="Arial MT"/>
              <a:cs typeface="Arial MT"/>
            </a:endParaRPr>
          </a:p>
        </p:txBody>
      </p:sp>
      <p:sp>
        <p:nvSpPr>
          <p:cNvPr id="3" name="object 3"/>
          <p:cNvSpPr txBox="1">
            <a:spLocks noGrp="1"/>
          </p:cNvSpPr>
          <p:nvPr>
            <p:ph type="title"/>
          </p:nvPr>
        </p:nvSpPr>
        <p:spPr>
          <a:xfrm>
            <a:off x="2946082" y="244254"/>
            <a:ext cx="3454718" cy="505267"/>
          </a:xfrm>
          <a:prstGeom prst="rect">
            <a:avLst/>
          </a:prstGeom>
        </p:spPr>
        <p:txBody>
          <a:bodyPr vert="horz" wrap="square" lIns="0" tIns="12700" rIns="0" bIns="0" rtlCol="0">
            <a:spAutoFit/>
          </a:bodyPr>
          <a:lstStyle/>
          <a:p>
            <a:pPr marL="12700">
              <a:lnSpc>
                <a:spcPct val="100000"/>
              </a:lnSpc>
              <a:spcBef>
                <a:spcPts val="100"/>
              </a:spcBef>
            </a:pPr>
            <a:r>
              <a:rPr sz="3200" b="1" spc="-310" dirty="0">
                <a:solidFill>
                  <a:srgbClr val="FFC000"/>
                </a:solidFill>
                <a:latin typeface="Times New Roman" panose="02020603050405020304" pitchFamily="18" charset="0"/>
                <a:cs typeface="Times New Roman" panose="02020603050405020304" pitchFamily="18" charset="0"/>
              </a:rPr>
              <a:t>METHODOLOGY</a:t>
            </a:r>
            <a:endParaRPr sz="3200" b="1" dirty="0">
              <a:solidFill>
                <a:srgbClr val="FFC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209800" y="-162073"/>
            <a:ext cx="5903120" cy="974933"/>
          </a:xfrm>
          <a:prstGeom prst="rect">
            <a:avLst/>
          </a:prstGeom>
        </p:spPr>
        <p:txBody>
          <a:bodyPr vert="horz" wrap="square" lIns="0" tIns="477824" rIns="0" bIns="0" rtlCol="0">
            <a:spAutoFit/>
          </a:bodyPr>
          <a:lstStyle/>
          <a:p>
            <a:pPr marL="513715">
              <a:lnSpc>
                <a:spcPct val="100000"/>
              </a:lnSpc>
              <a:spcBef>
                <a:spcPts val="95"/>
              </a:spcBef>
            </a:pPr>
            <a:r>
              <a:rPr sz="3200" b="1" spc="-70" dirty="0">
                <a:solidFill>
                  <a:srgbClr val="FFC000"/>
                </a:solidFill>
                <a:latin typeface="Times New Roman" panose="02020603050405020304" pitchFamily="18" charset="0"/>
                <a:cs typeface="Times New Roman" panose="02020603050405020304" pitchFamily="18" charset="0"/>
              </a:rPr>
              <a:t>Module</a:t>
            </a:r>
            <a:r>
              <a:rPr sz="3200" b="1" spc="-40" dirty="0">
                <a:solidFill>
                  <a:srgbClr val="FFC000"/>
                </a:solidFill>
                <a:latin typeface="Times New Roman" panose="02020603050405020304" pitchFamily="18" charset="0"/>
                <a:cs typeface="Times New Roman" panose="02020603050405020304" pitchFamily="18" charset="0"/>
              </a:rPr>
              <a:t> </a:t>
            </a:r>
            <a:r>
              <a:rPr sz="3200" b="1" spc="-65" dirty="0">
                <a:solidFill>
                  <a:srgbClr val="FFC000"/>
                </a:solidFill>
                <a:latin typeface="Times New Roman" panose="02020603050405020304" pitchFamily="18" charset="0"/>
                <a:cs typeface="Times New Roman" panose="02020603050405020304" pitchFamily="18" charset="0"/>
              </a:rPr>
              <a:t>Detailing:</a:t>
            </a:r>
            <a:endParaRPr sz="3200" b="1" dirty="0">
              <a:solidFill>
                <a:srgbClr val="FFC000"/>
              </a:solidFill>
              <a:latin typeface="Times New Roman" panose="02020603050405020304" pitchFamily="18" charset="0"/>
              <a:cs typeface="Times New Roman" panose="02020603050405020304" pitchFamily="18" charset="0"/>
            </a:endParaRPr>
          </a:p>
        </p:txBody>
      </p:sp>
      <p:sp>
        <p:nvSpPr>
          <p:cNvPr id="3" name="object 3"/>
          <p:cNvSpPr txBox="1"/>
          <p:nvPr/>
        </p:nvSpPr>
        <p:spPr>
          <a:xfrm>
            <a:off x="381000" y="1276350"/>
            <a:ext cx="8991600" cy="2636619"/>
          </a:xfrm>
          <a:prstGeom prst="rect">
            <a:avLst/>
          </a:prstGeom>
        </p:spPr>
        <p:txBody>
          <a:bodyPr vert="horz" wrap="square" lIns="0" tIns="12700" rIns="0" bIns="0" rtlCol="0">
            <a:spAutoFit/>
          </a:bodyPr>
          <a:lstStyle/>
          <a:p>
            <a:pPr marL="12700" algn="just">
              <a:lnSpc>
                <a:spcPct val="100000"/>
              </a:lnSpc>
              <a:spcBef>
                <a:spcPts val="1450"/>
              </a:spcBef>
              <a:tabLst>
                <a:tab pos="266700" algn="l"/>
              </a:tabLst>
            </a:pPr>
            <a:r>
              <a:rPr lang="en-IN" dirty="0">
                <a:latin typeface="Arial MT"/>
                <a:cs typeface="Arial MT"/>
              </a:rPr>
              <a:t>1.Home : About the our project.</a:t>
            </a:r>
          </a:p>
          <a:p>
            <a:pPr marL="12700" algn="just">
              <a:lnSpc>
                <a:spcPct val="100000"/>
              </a:lnSpc>
              <a:spcBef>
                <a:spcPts val="1450"/>
              </a:spcBef>
              <a:tabLst>
                <a:tab pos="266700" algn="l"/>
              </a:tabLst>
            </a:pPr>
            <a:r>
              <a:rPr lang="en-IN" dirty="0">
                <a:latin typeface="Arial MT"/>
                <a:cs typeface="Arial MT"/>
              </a:rPr>
              <a:t>2.Explore : After clicking the explore button, we will navigate to main page.</a:t>
            </a:r>
          </a:p>
          <a:p>
            <a:pPr marL="12700" algn="just">
              <a:lnSpc>
                <a:spcPct val="100000"/>
              </a:lnSpc>
              <a:spcBef>
                <a:spcPts val="1450"/>
              </a:spcBef>
              <a:tabLst>
                <a:tab pos="266700" algn="l"/>
              </a:tabLst>
            </a:pPr>
            <a:r>
              <a:rPr lang="en-IN" dirty="0">
                <a:latin typeface="Arial MT"/>
                <a:cs typeface="Arial MT"/>
              </a:rPr>
              <a:t>3.Text entry : Enter the text in text area.</a:t>
            </a:r>
          </a:p>
          <a:p>
            <a:pPr marL="12700" algn="just">
              <a:lnSpc>
                <a:spcPct val="100000"/>
              </a:lnSpc>
              <a:spcBef>
                <a:spcPts val="1450"/>
              </a:spcBef>
              <a:tabLst>
                <a:tab pos="266700" algn="l"/>
              </a:tabLst>
            </a:pPr>
            <a:r>
              <a:rPr lang="en-IN" dirty="0">
                <a:latin typeface="Arial MT"/>
                <a:cs typeface="Arial MT"/>
              </a:rPr>
              <a:t>4.Select voice : Select the required voice.</a:t>
            </a:r>
          </a:p>
          <a:p>
            <a:pPr marL="12700" algn="just">
              <a:lnSpc>
                <a:spcPct val="100000"/>
              </a:lnSpc>
              <a:spcBef>
                <a:spcPts val="1450"/>
              </a:spcBef>
              <a:tabLst>
                <a:tab pos="266700" algn="l"/>
              </a:tabLst>
            </a:pPr>
            <a:r>
              <a:rPr lang="en-IN" dirty="0">
                <a:latin typeface="Arial MT"/>
                <a:cs typeface="Arial MT"/>
              </a:rPr>
              <a:t>5.Listen : By clicking the listen button we listen the audio.</a:t>
            </a:r>
          </a:p>
          <a:p>
            <a:pPr marL="12700" algn="just">
              <a:lnSpc>
                <a:spcPct val="100000"/>
              </a:lnSpc>
              <a:spcBef>
                <a:spcPts val="1450"/>
              </a:spcBef>
              <a:tabLst>
                <a:tab pos="266700" algn="l"/>
              </a:tabLst>
            </a:pPr>
            <a:r>
              <a:rPr lang="en-IN" dirty="0">
                <a:latin typeface="Arial MT"/>
                <a:cs typeface="Arial MT"/>
              </a:rPr>
              <a:t>6.Exit : Exit after your work.</a:t>
            </a:r>
            <a:endParaRPr dirty="0">
              <a:latin typeface="Arial MT"/>
              <a:cs typeface="Arial MT"/>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498596" y="202798"/>
            <a:ext cx="1868858" cy="505908"/>
          </a:xfrm>
          <a:prstGeom prst="rect">
            <a:avLst/>
          </a:prstGeom>
        </p:spPr>
        <p:txBody>
          <a:bodyPr vert="horz" wrap="square" lIns="0" tIns="13335" rIns="0" bIns="0" rtlCol="0">
            <a:spAutoFit/>
          </a:bodyPr>
          <a:lstStyle/>
          <a:p>
            <a:pPr marL="12700">
              <a:lnSpc>
                <a:spcPct val="100000"/>
              </a:lnSpc>
              <a:spcBef>
                <a:spcPts val="105"/>
              </a:spcBef>
            </a:pPr>
            <a:r>
              <a:rPr sz="3200" b="1" spc="-140" dirty="0">
                <a:solidFill>
                  <a:srgbClr val="FFC000"/>
                </a:solidFill>
                <a:latin typeface="Times New Roman" panose="02020603050405020304" pitchFamily="18" charset="0"/>
                <a:cs typeface="Times New Roman" panose="02020603050405020304" pitchFamily="18" charset="0"/>
              </a:rPr>
              <a:t>OUTPUT</a:t>
            </a:r>
            <a:endParaRPr sz="3200" b="1" dirty="0">
              <a:solidFill>
                <a:srgbClr val="FFC000"/>
              </a:solidFill>
              <a:latin typeface="Times New Roman" panose="02020603050405020304" pitchFamily="18" charset="0"/>
              <a:cs typeface="Times New Roman" panose="02020603050405020304" pitchFamily="18" charset="0"/>
            </a:endParaRPr>
          </a:p>
        </p:txBody>
      </p:sp>
      <p:sp>
        <p:nvSpPr>
          <p:cNvPr id="3" name="object 3"/>
          <p:cNvSpPr txBox="1"/>
          <p:nvPr/>
        </p:nvSpPr>
        <p:spPr>
          <a:xfrm>
            <a:off x="3813175" y="4505045"/>
            <a:ext cx="1396365" cy="299720"/>
          </a:xfrm>
          <a:prstGeom prst="rect">
            <a:avLst/>
          </a:prstGeom>
        </p:spPr>
        <p:txBody>
          <a:bodyPr vert="horz" wrap="square" lIns="0" tIns="12700" rIns="0" bIns="0" rtlCol="0">
            <a:spAutoFit/>
          </a:bodyPr>
          <a:lstStyle/>
          <a:p>
            <a:pPr marL="12700">
              <a:lnSpc>
                <a:spcPct val="100000"/>
              </a:lnSpc>
              <a:spcBef>
                <a:spcPts val="100"/>
              </a:spcBef>
            </a:pPr>
            <a:r>
              <a:rPr sz="1800" b="1">
                <a:solidFill>
                  <a:srgbClr val="FFC000"/>
                </a:solidFill>
                <a:latin typeface="Arial"/>
                <a:cs typeface="Arial"/>
              </a:rPr>
              <a:t>HOME</a:t>
            </a:r>
            <a:r>
              <a:rPr sz="1800" b="1" spc="-40">
                <a:solidFill>
                  <a:srgbClr val="FFC000"/>
                </a:solidFill>
                <a:latin typeface="Arial"/>
                <a:cs typeface="Arial"/>
              </a:rPr>
              <a:t> </a:t>
            </a:r>
            <a:r>
              <a:rPr sz="1800" b="1" spc="-35">
                <a:solidFill>
                  <a:srgbClr val="FFC000"/>
                </a:solidFill>
                <a:latin typeface="Arial"/>
                <a:cs typeface="Arial"/>
              </a:rPr>
              <a:t>PAGE</a:t>
            </a:r>
            <a:endParaRPr sz="1800">
              <a:solidFill>
                <a:srgbClr val="FFC000"/>
              </a:solidFill>
              <a:latin typeface="Arial"/>
              <a:cs typeface="Arial"/>
            </a:endParaRPr>
          </a:p>
        </p:txBody>
      </p:sp>
      <p:pic>
        <p:nvPicPr>
          <p:cNvPr id="8" name="Picture 7">
            <a:extLst>
              <a:ext uri="{FF2B5EF4-FFF2-40B4-BE49-F238E27FC236}">
                <a16:creationId xmlns:a16="http://schemas.microsoft.com/office/drawing/2014/main" id="{0B551451-8C9E-AD00-63BD-1F4CE42D02E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 y="895349"/>
            <a:ext cx="7848600" cy="3352801"/>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txBox="1"/>
          <p:nvPr/>
        </p:nvSpPr>
        <p:spPr>
          <a:xfrm>
            <a:off x="4038600" y="4476750"/>
            <a:ext cx="4114800" cy="299720"/>
          </a:xfrm>
          <a:prstGeom prst="rect">
            <a:avLst/>
          </a:prstGeom>
        </p:spPr>
        <p:txBody>
          <a:bodyPr vert="horz" wrap="square" lIns="0" tIns="12700" rIns="0" bIns="0" rtlCol="0">
            <a:spAutoFit/>
          </a:bodyPr>
          <a:lstStyle/>
          <a:p>
            <a:pPr marL="12700">
              <a:lnSpc>
                <a:spcPct val="100000"/>
              </a:lnSpc>
              <a:spcBef>
                <a:spcPts val="100"/>
              </a:spcBef>
            </a:pPr>
            <a:r>
              <a:rPr lang="en-IN" sz="1800" b="1" spc="-10">
                <a:solidFill>
                  <a:srgbClr val="FFC000"/>
                </a:solidFill>
                <a:latin typeface="Arial"/>
                <a:cs typeface="Arial"/>
              </a:rPr>
              <a:t>MAIN PAGE</a:t>
            </a:r>
            <a:endParaRPr sz="1800">
              <a:solidFill>
                <a:srgbClr val="FFC000"/>
              </a:solidFill>
              <a:latin typeface="Arial"/>
              <a:cs typeface="Arial"/>
            </a:endParaRPr>
          </a:p>
        </p:txBody>
      </p:sp>
      <p:pic>
        <p:nvPicPr>
          <p:cNvPr id="9" name="Picture 8">
            <a:extLst>
              <a:ext uri="{FF2B5EF4-FFF2-40B4-BE49-F238E27FC236}">
                <a16:creationId xmlns:a16="http://schemas.microsoft.com/office/drawing/2014/main" id="{EA62B7B0-BF54-7BD4-76E8-A66B13ACEC1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00" y="438150"/>
            <a:ext cx="4419600" cy="3657600"/>
          </a:xfrm>
          <a:prstGeom prst="rect">
            <a:avLst/>
          </a:prstGeom>
        </p:spPr>
      </p:pic>
      <p:pic>
        <p:nvPicPr>
          <p:cNvPr id="3" name="Picture 2">
            <a:extLst>
              <a:ext uri="{FF2B5EF4-FFF2-40B4-BE49-F238E27FC236}">
                <a16:creationId xmlns:a16="http://schemas.microsoft.com/office/drawing/2014/main" id="{C82E6D9E-0AB1-7DED-2A9A-26FFB6BE11A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00600" y="438150"/>
            <a:ext cx="4191000" cy="36576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56E2D2D-889D-291E-5DD6-25FBAE9A957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1045" y="617034"/>
            <a:ext cx="7344936" cy="3375103"/>
          </a:xfrm>
          <a:prstGeom prst="rect">
            <a:avLst/>
          </a:prstGeom>
        </p:spPr>
      </p:pic>
      <p:sp>
        <p:nvSpPr>
          <p:cNvPr id="4" name="TextBox 3">
            <a:extLst>
              <a:ext uri="{FF2B5EF4-FFF2-40B4-BE49-F238E27FC236}">
                <a16:creationId xmlns:a16="http://schemas.microsoft.com/office/drawing/2014/main" id="{0CABFF67-1E8A-AEFC-239F-D6654C115D9E}"/>
              </a:ext>
            </a:extLst>
          </p:cNvPr>
          <p:cNvSpPr txBox="1"/>
          <p:nvPr/>
        </p:nvSpPr>
        <p:spPr>
          <a:xfrm>
            <a:off x="3471746" y="4133384"/>
            <a:ext cx="2416098" cy="369332"/>
          </a:xfrm>
          <a:prstGeom prst="rect">
            <a:avLst/>
          </a:prstGeom>
          <a:noFill/>
        </p:spPr>
        <p:txBody>
          <a:bodyPr wrap="square" rtlCol="0">
            <a:spAutoFit/>
          </a:bodyPr>
          <a:lstStyle/>
          <a:p>
            <a:r>
              <a:rPr lang="en-IN" b="1" dirty="0">
                <a:solidFill>
                  <a:srgbClr val="FFC000"/>
                </a:solidFill>
                <a:latin typeface="Arial MT"/>
              </a:rPr>
              <a:t>Tone Selection</a:t>
            </a:r>
          </a:p>
        </p:txBody>
      </p:sp>
    </p:spTree>
    <p:extLst>
      <p:ext uri="{BB962C8B-B14F-4D97-AF65-F5344CB8AC3E}">
        <p14:creationId xmlns:p14="http://schemas.microsoft.com/office/powerpoint/2010/main" val="343725213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657599" y="4238345"/>
            <a:ext cx="1979675" cy="299720"/>
          </a:xfrm>
          <a:prstGeom prst="rect">
            <a:avLst/>
          </a:prstGeom>
        </p:spPr>
        <p:txBody>
          <a:bodyPr vert="horz" wrap="square" lIns="0" tIns="12700" rIns="0" bIns="0" rtlCol="0">
            <a:spAutoFit/>
          </a:bodyPr>
          <a:lstStyle/>
          <a:p>
            <a:pPr marL="12700">
              <a:lnSpc>
                <a:spcPct val="100000"/>
              </a:lnSpc>
              <a:spcBef>
                <a:spcPts val="100"/>
              </a:spcBef>
            </a:pPr>
            <a:r>
              <a:rPr lang="en-IN" b="1">
                <a:solidFill>
                  <a:srgbClr val="FFC000"/>
                </a:solidFill>
                <a:latin typeface="Arial"/>
                <a:cs typeface="Arial"/>
              </a:rPr>
              <a:t>CONTACT PAGE</a:t>
            </a:r>
            <a:endParaRPr sz="1800">
              <a:solidFill>
                <a:srgbClr val="FFC000"/>
              </a:solidFill>
              <a:latin typeface="Arial"/>
              <a:cs typeface="Arial"/>
            </a:endParaRPr>
          </a:p>
        </p:txBody>
      </p:sp>
      <p:pic>
        <p:nvPicPr>
          <p:cNvPr id="7" name="Picture 6">
            <a:extLst>
              <a:ext uri="{FF2B5EF4-FFF2-40B4-BE49-F238E27FC236}">
                <a16:creationId xmlns:a16="http://schemas.microsoft.com/office/drawing/2014/main" id="{0E1EAFC7-12F8-0392-4C54-2BB58E0A229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3400" y="742949"/>
            <a:ext cx="8077200" cy="3200401"/>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txBox="1"/>
          <p:nvPr/>
        </p:nvSpPr>
        <p:spPr>
          <a:xfrm>
            <a:off x="3048000" y="4324350"/>
            <a:ext cx="3962400" cy="289823"/>
          </a:xfrm>
          <a:prstGeom prst="rect">
            <a:avLst/>
          </a:prstGeom>
        </p:spPr>
        <p:txBody>
          <a:bodyPr vert="horz" wrap="square" lIns="0" tIns="12700" rIns="0" bIns="0" rtlCol="0">
            <a:spAutoFit/>
          </a:bodyPr>
          <a:lstStyle/>
          <a:p>
            <a:pPr marL="12700">
              <a:lnSpc>
                <a:spcPct val="100000"/>
              </a:lnSpc>
              <a:spcBef>
                <a:spcPts val="100"/>
              </a:spcBef>
            </a:pPr>
            <a:r>
              <a:rPr lang="en-IN" b="1">
                <a:solidFill>
                  <a:srgbClr val="FFC000"/>
                </a:solidFill>
                <a:latin typeface="Arial"/>
                <a:cs typeface="Arial"/>
              </a:rPr>
              <a:t>          ABOUT US PAGE</a:t>
            </a:r>
            <a:endParaRPr sz="1800" b="1">
              <a:solidFill>
                <a:srgbClr val="FFC000"/>
              </a:solidFill>
              <a:latin typeface="Arial"/>
              <a:cs typeface="Arial"/>
            </a:endParaRPr>
          </a:p>
        </p:txBody>
      </p:sp>
      <p:pic>
        <p:nvPicPr>
          <p:cNvPr id="7" name="Picture 6">
            <a:extLst>
              <a:ext uri="{FF2B5EF4-FFF2-40B4-BE49-F238E27FC236}">
                <a16:creationId xmlns:a16="http://schemas.microsoft.com/office/drawing/2014/main" id="{D521FE71-1CDC-6203-001C-3F11DC0C4A4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7200" y="438150"/>
            <a:ext cx="8229600" cy="35052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81000" y="1047750"/>
            <a:ext cx="8248650" cy="3891450"/>
          </a:xfrm>
          <a:prstGeom prst="rect">
            <a:avLst/>
          </a:prstGeom>
        </p:spPr>
        <p:txBody>
          <a:bodyPr vert="horz" wrap="square" lIns="0" tIns="13335" rIns="0" bIns="0" rtlCol="0">
            <a:spAutoFit/>
          </a:bodyPr>
          <a:lstStyle/>
          <a:p>
            <a:pPr marL="12700" algn="just">
              <a:lnSpc>
                <a:spcPct val="100000"/>
              </a:lnSpc>
              <a:spcBef>
                <a:spcPts val="105"/>
              </a:spcBef>
            </a:pPr>
            <a:r>
              <a:rPr lang="en-US" dirty="0">
                <a:latin typeface="Arial MT"/>
                <a:cs typeface="Arial MT"/>
              </a:rPr>
              <a:t>The Text-to-Speech (TTS) converter is a powerful tool that bridges the gap between written text and audible speech, offering significant value in various applications. It enhances accessibility for visually impaired users, facilitates language learning, and serves a critical role in virtual assistants, customer service bots, and other automated systems. The technology has evolved to produce highly natural and intelligible speech, with customizable features such as voice selection, speech rate, and pitch adjustments. Despite the remarkable advancements, challenges remain, particularly in the areas of pronunciation, emotional tone generation, and handling complex linguistic structures. Future developments, especially with the integration of neural networks and deep learning, promise further improvements in speech naturalness, multilingual capabilities, and contextual understanding. As TTS technology continues to advance, it will increasingly offer more personalized, efficient, and context-aware experiences, making it an indispensable tool in a variety of industries</a:t>
            </a:r>
            <a:r>
              <a:rPr lang="en-US" sz="1700" dirty="0">
                <a:latin typeface="Arial MT"/>
                <a:cs typeface="Arial MT"/>
              </a:rPr>
              <a:t>.</a:t>
            </a:r>
          </a:p>
        </p:txBody>
      </p:sp>
      <p:sp>
        <p:nvSpPr>
          <p:cNvPr id="3" name="object 3"/>
          <p:cNvSpPr txBox="1">
            <a:spLocks noGrp="1"/>
          </p:cNvSpPr>
          <p:nvPr>
            <p:ph type="title"/>
          </p:nvPr>
        </p:nvSpPr>
        <p:spPr>
          <a:xfrm>
            <a:off x="514351" y="130221"/>
            <a:ext cx="7486649" cy="802321"/>
          </a:xfrm>
          <a:prstGeom prst="rect">
            <a:avLst/>
          </a:prstGeom>
        </p:spPr>
        <p:txBody>
          <a:bodyPr vert="horz" wrap="square" lIns="0" tIns="306882" rIns="0" bIns="0" rtlCol="0">
            <a:spAutoFit/>
          </a:bodyPr>
          <a:lstStyle/>
          <a:p>
            <a:pPr marL="2817495">
              <a:lnSpc>
                <a:spcPct val="100000"/>
              </a:lnSpc>
              <a:spcBef>
                <a:spcPts val="100"/>
              </a:spcBef>
            </a:pPr>
            <a:r>
              <a:rPr sz="3200" b="1" spc="-305" dirty="0">
                <a:solidFill>
                  <a:srgbClr val="FFC000"/>
                </a:solidFill>
                <a:latin typeface="Times New Roman" panose="02020603050405020304" pitchFamily="18" charset="0"/>
                <a:cs typeface="Times New Roman" panose="02020603050405020304" pitchFamily="18" charset="0"/>
              </a:rPr>
              <a:t>CONCLUSION</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88950" y="884361"/>
            <a:ext cx="8166100" cy="4116512"/>
          </a:xfrm>
          <a:prstGeom prst="rect">
            <a:avLst/>
          </a:prstGeom>
        </p:spPr>
        <p:txBody>
          <a:bodyPr vert="horz" wrap="square" lIns="0" tIns="12700" rIns="0" bIns="0" rtlCol="0" anchor="ctr">
            <a:spAutoFit/>
          </a:bodyPr>
          <a:lstStyle/>
          <a:p>
            <a:pPr marL="12700" marR="8255" algn="just">
              <a:lnSpc>
                <a:spcPct val="150100"/>
              </a:lnSpc>
              <a:spcBef>
                <a:spcPts val="100"/>
              </a:spcBef>
            </a:pPr>
            <a:r>
              <a:rPr lang="en-US" dirty="0">
                <a:latin typeface="Arial MT"/>
              </a:rPr>
              <a:t>Future enhancements for a Text-to-Speech converter could focus on several key aspects. Improving natural speech quality would enhance emotional expression and make voices sound more realistic. Expanding multilingual support by incorporating more languages and dialects would increase accessibility and usability across diverse populations. Personalization features, such as custom voice and pitch settings, would allow users to tailor the output to their preferences. Strengthening accessibility with advanced features for visually impaired users would make the technology more inclusive. Optimizing real-time processing could minimize delays, making the converter more suitable for conversational applications. </a:t>
            </a:r>
            <a:endParaRPr lang="en-US" dirty="0">
              <a:latin typeface="Arial MT"/>
              <a:cs typeface="Arial MT"/>
            </a:endParaRPr>
          </a:p>
        </p:txBody>
      </p:sp>
      <p:sp>
        <p:nvSpPr>
          <p:cNvPr id="3" name="object 3"/>
          <p:cNvSpPr txBox="1">
            <a:spLocks noGrp="1"/>
          </p:cNvSpPr>
          <p:nvPr>
            <p:ph type="title"/>
          </p:nvPr>
        </p:nvSpPr>
        <p:spPr>
          <a:xfrm>
            <a:off x="2088995" y="300848"/>
            <a:ext cx="5189033" cy="505267"/>
          </a:xfrm>
          <a:prstGeom prst="rect">
            <a:avLst/>
          </a:prstGeom>
        </p:spPr>
        <p:txBody>
          <a:bodyPr vert="horz" wrap="square" lIns="0" tIns="12700" rIns="0" bIns="0" rtlCol="0">
            <a:spAutoFit/>
          </a:bodyPr>
          <a:lstStyle/>
          <a:p>
            <a:pPr marL="12700">
              <a:lnSpc>
                <a:spcPct val="100000"/>
              </a:lnSpc>
              <a:spcBef>
                <a:spcPts val="100"/>
              </a:spcBef>
            </a:pPr>
            <a:r>
              <a:rPr sz="3200" b="1" spc="-204" dirty="0">
                <a:solidFill>
                  <a:srgbClr val="FFC000"/>
                </a:solidFill>
                <a:latin typeface="Times New Roman" panose="02020603050405020304" pitchFamily="18" charset="0"/>
                <a:cs typeface="Times New Roman" panose="02020603050405020304" pitchFamily="18" charset="0"/>
              </a:rPr>
              <a:t>FUTURE</a:t>
            </a:r>
            <a:r>
              <a:rPr lang="en-IN" sz="3200" b="1" spc="-204" dirty="0">
                <a:solidFill>
                  <a:srgbClr val="FFC000"/>
                </a:solidFill>
                <a:latin typeface="Times New Roman" panose="02020603050405020304" pitchFamily="18" charset="0"/>
                <a:cs typeface="Times New Roman" panose="02020603050405020304" pitchFamily="18" charset="0"/>
              </a:rPr>
              <a:t>  </a:t>
            </a:r>
            <a:r>
              <a:rPr sz="3200" b="1" spc="-445" dirty="0">
                <a:solidFill>
                  <a:srgbClr val="FFC000"/>
                </a:solidFill>
                <a:latin typeface="Times New Roman" panose="02020603050405020304" pitchFamily="18" charset="0"/>
                <a:cs typeface="Times New Roman" panose="02020603050405020304" pitchFamily="18" charset="0"/>
              </a:rPr>
              <a:t> </a:t>
            </a:r>
            <a:r>
              <a:rPr sz="3200" b="1" spc="-190" dirty="0">
                <a:solidFill>
                  <a:srgbClr val="FFC000"/>
                </a:solidFill>
                <a:latin typeface="Times New Roman" panose="02020603050405020304" pitchFamily="18" charset="0"/>
                <a:cs typeface="Times New Roman" panose="02020603050405020304" pitchFamily="18" charset="0"/>
              </a:rPr>
              <a:t>ENHANCEMENT</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9D9BD5-0D1F-95F1-84BC-C47BD598EEEB}"/>
              </a:ext>
            </a:extLst>
          </p:cNvPr>
          <p:cNvSpPr>
            <a:spLocks noGrp="1"/>
          </p:cNvSpPr>
          <p:nvPr>
            <p:ph type="title"/>
          </p:nvPr>
        </p:nvSpPr>
        <p:spPr>
          <a:xfrm>
            <a:off x="3196683" y="57150"/>
            <a:ext cx="3910361" cy="691839"/>
          </a:xfrm>
        </p:spPr>
        <p:txBody>
          <a:bodyPr>
            <a:normAutofit fontScale="90000"/>
          </a:bodyPr>
          <a:lstStyle/>
          <a:p>
            <a:r>
              <a:rPr lang="en-IN" b="1" dirty="0">
                <a:solidFill>
                  <a:srgbClr val="FFC000"/>
                </a:solidFill>
              </a:rPr>
              <a:t>                                           </a:t>
            </a:r>
            <a:r>
              <a:rPr lang="en-IN" sz="3200" b="1" dirty="0">
                <a:solidFill>
                  <a:srgbClr val="FFC000"/>
                </a:solidFill>
                <a:latin typeface="Times New Roman" panose="02020603050405020304" pitchFamily="18" charset="0"/>
                <a:cs typeface="Times New Roman" panose="02020603050405020304" pitchFamily="18" charset="0"/>
              </a:rPr>
              <a:t>REFERENCES</a:t>
            </a:r>
            <a:r>
              <a:rPr lang="en-IN" sz="3200" dirty="0">
                <a:latin typeface="Times New Roman" panose="02020603050405020304" pitchFamily="18" charset="0"/>
                <a:cs typeface="Times New Roman" panose="02020603050405020304" pitchFamily="18" charset="0"/>
              </a:rPr>
              <a:t> </a:t>
            </a:r>
          </a:p>
        </p:txBody>
      </p:sp>
      <p:sp>
        <p:nvSpPr>
          <p:cNvPr id="3" name="Content Placeholder 2">
            <a:extLst>
              <a:ext uri="{FF2B5EF4-FFF2-40B4-BE49-F238E27FC236}">
                <a16:creationId xmlns:a16="http://schemas.microsoft.com/office/drawing/2014/main" id="{C516EDFD-99DF-FCDF-B417-1D08CE4C5256}"/>
              </a:ext>
            </a:extLst>
          </p:cNvPr>
          <p:cNvSpPr>
            <a:spLocks noGrp="1"/>
          </p:cNvSpPr>
          <p:nvPr>
            <p:ph idx="1"/>
          </p:nvPr>
        </p:nvSpPr>
        <p:spPr>
          <a:xfrm>
            <a:off x="514351" y="971550"/>
            <a:ext cx="8401049" cy="4114800"/>
          </a:xfrm>
        </p:spPr>
        <p:txBody>
          <a:bodyPr>
            <a:normAutofit fontScale="55000" lnSpcReduction="20000"/>
          </a:bodyPr>
          <a:lstStyle/>
          <a:p>
            <a:pPr marL="0" indent="0">
              <a:buNone/>
            </a:pPr>
            <a:r>
              <a:rPr lang="en-IN" sz="2900" b="1">
                <a:latin typeface="Arial MT"/>
              </a:rPr>
              <a:t>1. Web Speech API Documentation (MDN Web Docs)</a:t>
            </a:r>
          </a:p>
          <a:p>
            <a:pPr marL="0" indent="0">
              <a:buNone/>
            </a:pPr>
            <a:r>
              <a:rPr lang="en-US" sz="2900">
                <a:latin typeface="Arial MT"/>
              </a:rPr>
              <a:t>This is the official reference for the </a:t>
            </a:r>
            <a:r>
              <a:rPr lang="en-US" sz="2900" err="1">
                <a:latin typeface="Arial MT"/>
              </a:rPr>
              <a:t>SpeechSynthesis</a:t>
            </a:r>
            <a:r>
              <a:rPr lang="en-US" sz="2900">
                <a:latin typeface="Arial MT"/>
              </a:rPr>
              <a:t> and </a:t>
            </a:r>
            <a:r>
              <a:rPr lang="en-US" sz="2900" err="1">
                <a:latin typeface="Arial MT"/>
              </a:rPr>
              <a:t>SpeechSynthesisUtterance</a:t>
            </a:r>
            <a:r>
              <a:rPr lang="en-US" sz="2900">
                <a:latin typeface="Arial MT"/>
              </a:rPr>
              <a:t> objects you are using.   - Link: [https://developer.mozilla.org/en-US/docs/Web/API/Web_Speech_API](</a:t>
            </a:r>
            <a:r>
              <a:rPr lang="en-US" sz="2900">
                <a:latin typeface="Arial MT"/>
                <a:hlinkClick r:id="rId2"/>
              </a:rPr>
              <a:t>https://developer.mozilla.org/enUS/docs/Web/API/Web_Speech_API</a:t>
            </a:r>
            <a:r>
              <a:rPr lang="en-US" sz="2900">
                <a:latin typeface="Arial MT"/>
              </a:rPr>
              <a:t>)</a:t>
            </a:r>
          </a:p>
          <a:p>
            <a:pPr marL="0" indent="0">
              <a:buNone/>
            </a:pPr>
            <a:r>
              <a:rPr lang="en-US" sz="2900">
                <a:latin typeface="Arial MT"/>
              </a:rPr>
              <a:t>2. </a:t>
            </a:r>
            <a:r>
              <a:rPr lang="en-US" sz="2900" b="1">
                <a:latin typeface="Arial MT"/>
              </a:rPr>
              <a:t>W3C Web Speech API Specification</a:t>
            </a:r>
          </a:p>
          <a:p>
            <a:pPr marL="0" indent="0">
              <a:buNone/>
            </a:pPr>
            <a:r>
              <a:rPr lang="en-US" sz="2900">
                <a:latin typeface="Arial MT"/>
              </a:rPr>
              <a:t>    The technical specification for browser support and how speech synthesis is structured.   - Link: [https://wicg.github.io/speech-api/](</a:t>
            </a:r>
            <a:r>
              <a:rPr lang="en-US" sz="2900">
                <a:latin typeface="Arial MT"/>
                <a:hlinkClick r:id="rId3"/>
              </a:rPr>
              <a:t>https://wicg.github.io/speech-api/</a:t>
            </a:r>
            <a:r>
              <a:rPr lang="en-US" sz="2900">
                <a:latin typeface="Arial MT"/>
              </a:rPr>
              <a:t>)</a:t>
            </a:r>
          </a:p>
          <a:p>
            <a:pPr marL="0" indent="0">
              <a:buNone/>
            </a:pPr>
            <a:r>
              <a:rPr lang="en-US" sz="2900">
                <a:latin typeface="Arial MT"/>
              </a:rPr>
              <a:t>3. </a:t>
            </a:r>
            <a:r>
              <a:rPr lang="en-US" sz="2900" b="1">
                <a:latin typeface="Arial MT"/>
              </a:rPr>
              <a:t>Google Text-to-Speech (for Android)</a:t>
            </a:r>
          </a:p>
          <a:p>
            <a:pPr marL="0" indent="0">
              <a:buNone/>
            </a:pPr>
            <a:r>
              <a:rPr lang="en-US" sz="2900">
                <a:latin typeface="Arial MT"/>
              </a:rPr>
              <a:t> If you want to reference mobile TTS, Google's TTS system is widely used.   - Link: [https://developers.google.com/assistant/sdk/reference/rpc/google.cloud.texttospeech.v1](</a:t>
            </a:r>
            <a:r>
              <a:rPr lang="en-US" sz="2900">
                <a:latin typeface="Arial MT"/>
                <a:hlinkClick r:id="rId4"/>
              </a:rPr>
              <a:t>https://developers.google.com/assistant/sdk/reference/rpc/google.cloud.texttospeech.v1</a:t>
            </a:r>
            <a:r>
              <a:rPr lang="en-US" sz="2900">
                <a:latin typeface="Arial MT"/>
              </a:rPr>
              <a:t>)</a:t>
            </a:r>
          </a:p>
          <a:p>
            <a:pPr marL="0" indent="0">
              <a:buNone/>
            </a:pPr>
            <a:r>
              <a:rPr lang="en-US" sz="2900">
                <a:latin typeface="Arial MT"/>
              </a:rPr>
              <a:t>4. </a:t>
            </a:r>
            <a:r>
              <a:rPr lang="en-US" sz="2900" b="1" err="1">
                <a:latin typeface="Arial MT"/>
              </a:rPr>
              <a:t>Github</a:t>
            </a:r>
            <a:r>
              <a:rPr lang="en-US" sz="2900" b="1">
                <a:latin typeface="Arial MT"/>
              </a:rPr>
              <a:t> Projects</a:t>
            </a:r>
          </a:p>
          <a:p>
            <a:pPr marL="0" indent="0">
              <a:buNone/>
            </a:pPr>
            <a:r>
              <a:rPr lang="en-US" sz="2900">
                <a:latin typeface="Arial MT"/>
              </a:rPr>
              <a:t>   Example repositories of TTS implementations using JavaScript and other languages.   - Example: [https://github.com/mdn/web-speech-api](</a:t>
            </a:r>
            <a:r>
              <a:rPr lang="en-US" sz="2900">
                <a:latin typeface="Arial MT"/>
                <a:hlinkClick r:id="rId5"/>
              </a:rPr>
              <a:t>https://github.com/mdn/web-speech-api</a:t>
            </a:r>
            <a:r>
              <a:rPr lang="en-US" sz="2300"/>
              <a:t>)</a:t>
            </a:r>
          </a:p>
          <a:p>
            <a:pPr marL="0" indent="0">
              <a:buNone/>
            </a:pPr>
            <a:endParaRPr lang="en-US"/>
          </a:p>
        </p:txBody>
      </p:sp>
    </p:spTree>
    <p:extLst>
      <p:ext uri="{BB962C8B-B14F-4D97-AF65-F5344CB8AC3E}">
        <p14:creationId xmlns:p14="http://schemas.microsoft.com/office/powerpoint/2010/main" val="201474891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654553" y="1912415"/>
            <a:ext cx="4281505" cy="938077"/>
          </a:xfrm>
          <a:prstGeom prst="rect">
            <a:avLst/>
          </a:prstGeom>
        </p:spPr>
        <p:txBody>
          <a:bodyPr vert="horz" wrap="square" lIns="0" tIns="14605" rIns="0" bIns="0" rtlCol="0">
            <a:spAutoFit/>
          </a:bodyPr>
          <a:lstStyle/>
          <a:p>
            <a:pPr marL="12700">
              <a:lnSpc>
                <a:spcPct val="100000"/>
              </a:lnSpc>
              <a:spcBef>
                <a:spcPts val="115"/>
              </a:spcBef>
            </a:pPr>
            <a:r>
              <a:rPr sz="6000" spc="-229" dirty="0">
                <a:solidFill>
                  <a:srgbClr val="FFC000"/>
                </a:solidFill>
                <a:latin typeface="Times New Roman" panose="02020603050405020304" pitchFamily="18" charset="0"/>
                <a:cs typeface="Times New Roman" panose="02020603050405020304" pitchFamily="18" charset="0"/>
              </a:rPr>
              <a:t>THANK</a:t>
            </a:r>
            <a:r>
              <a:rPr sz="6000" spc="-600" dirty="0">
                <a:solidFill>
                  <a:srgbClr val="FFC000"/>
                </a:solidFill>
                <a:latin typeface="Times New Roman" panose="02020603050405020304" pitchFamily="18" charset="0"/>
                <a:cs typeface="Times New Roman" panose="02020603050405020304" pitchFamily="18" charset="0"/>
              </a:rPr>
              <a:t> </a:t>
            </a:r>
            <a:r>
              <a:rPr sz="6000" spc="-340" dirty="0">
                <a:solidFill>
                  <a:srgbClr val="FFC000"/>
                </a:solidFill>
                <a:latin typeface="Times New Roman" panose="02020603050405020304" pitchFamily="18" charset="0"/>
                <a:cs typeface="Times New Roman" panose="02020603050405020304" pitchFamily="18" charset="0"/>
              </a:rPr>
              <a:t>YOU</a:t>
            </a:r>
            <a:endParaRPr sz="6000" dirty="0">
              <a:solidFill>
                <a:srgbClr val="FFC000"/>
              </a:solidFill>
              <a:latin typeface="Times New Roman" panose="02020603050405020304" pitchFamily="18" charset="0"/>
              <a:cs typeface="Times New Roman" panose="02020603050405020304" pitchFamily="18" charset="0"/>
            </a:endParaRP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elestial">
  <a:themeElements>
    <a:clrScheme name="Celestial">
      <a:dk1>
        <a:sysClr val="windowText" lastClr="000000"/>
      </a:dk1>
      <a:lt1>
        <a:sysClr val="window" lastClr="FFFFFF"/>
      </a:lt1>
      <a:dk2>
        <a:srgbClr val="18276C"/>
      </a:dk2>
      <a:lt2>
        <a:srgbClr val="EBEBEB"/>
      </a:lt2>
      <a:accent1>
        <a:srgbClr val="AC3EC1"/>
      </a:accent1>
      <a:accent2>
        <a:srgbClr val="477BD1"/>
      </a:accent2>
      <a:accent3>
        <a:srgbClr val="46B298"/>
      </a:accent3>
      <a:accent4>
        <a:srgbClr val="90BA4C"/>
      </a:accent4>
      <a:accent5>
        <a:srgbClr val="DD9D31"/>
      </a:accent5>
      <a:accent6>
        <a:srgbClr val="E25247"/>
      </a:accent6>
      <a:hlink>
        <a:srgbClr val="C573D2"/>
      </a:hlink>
      <a:folHlink>
        <a:srgbClr val="CCAEE8"/>
      </a:folHlink>
    </a:clrScheme>
    <a:fontScheme name="Celestial">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elestial">
      <a:fillStyleLst>
        <a:solidFill>
          <a:schemeClr val="phClr"/>
        </a:solidFill>
        <a:gradFill rotWithShape="1">
          <a:gsLst>
            <a:gs pos="0">
              <a:schemeClr val="phClr">
                <a:tint val="70000"/>
                <a:lumMod val="110000"/>
              </a:schemeClr>
            </a:gs>
            <a:gs pos="100000">
              <a:schemeClr val="phClr">
                <a:tint val="82000"/>
                <a:alpha val="74000"/>
              </a:schemeClr>
            </a:gs>
          </a:gsLst>
          <a:lin ang="5400000" scaled="0"/>
        </a:gradFill>
        <a:gradFill rotWithShape="1">
          <a:gsLst>
            <a:gs pos="0">
              <a:schemeClr val="phClr">
                <a:tint val="98000"/>
                <a:lumMod val="100000"/>
              </a:schemeClr>
            </a:gs>
            <a:gs pos="100000">
              <a:schemeClr val="phClr">
                <a:shade val="88000"/>
                <a:lumMod val="88000"/>
              </a:schemeClr>
            </a:gs>
          </a:gsLst>
          <a:lin ang="5400000" scaled="1"/>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a:effectStyle>
      </a:effectStyleLst>
      <a:bgFillStyleLst>
        <a:solidFill>
          <a:schemeClr val="phClr"/>
        </a:solidFill>
        <a:gradFill rotWithShape="1">
          <a:gsLst>
            <a:gs pos="0">
              <a:schemeClr val="phClr">
                <a:tint val="90000"/>
                <a:shade val="96000"/>
                <a:hueMod val="100000"/>
                <a:satMod val="180000"/>
                <a:lumMod val="110000"/>
              </a:schemeClr>
            </a:gs>
            <a:gs pos="100000">
              <a:schemeClr val="phClr">
                <a:shade val="96000"/>
                <a:satMod val="160000"/>
                <a:lumMod val="100000"/>
              </a:schemeClr>
            </a:gs>
          </a:gsLst>
          <a:lin ang="4740000" scaled="1"/>
        </a:gradFill>
        <a:blipFill>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Celestial" id="{C4BB2A3D-0E93-4C5F-B0D2-9D3FCE089CC5}" vid="{42E5908D-19A2-46FD-89FA-638B126129E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TM03457452[[fn=Celestial]]</Template>
  <TotalTime>0</TotalTime>
  <Words>1415</Words>
  <Application>Microsoft Office PowerPoint</Application>
  <PresentationFormat>On-screen Show (16:9)</PresentationFormat>
  <Paragraphs>124</Paragraphs>
  <Slides>22</Slides>
  <Notes>1</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22</vt:i4>
      </vt:variant>
    </vt:vector>
  </HeadingPairs>
  <TitlesOfParts>
    <vt:vector size="32" baseType="lpstr">
      <vt:lpstr>Arial</vt:lpstr>
      <vt:lpstr>Arial Black</vt:lpstr>
      <vt:lpstr>Arial MT</vt:lpstr>
      <vt:lpstr>Calibri</vt:lpstr>
      <vt:lpstr>Calibri Light</vt:lpstr>
      <vt:lpstr>Microsoft Sans Serif</vt:lpstr>
      <vt:lpstr>Times New Roman</vt:lpstr>
      <vt:lpstr>Trebuchet MS</vt:lpstr>
      <vt:lpstr>Wingdings</vt:lpstr>
      <vt:lpstr>Celestial</vt:lpstr>
      <vt:lpstr>RISHI MS INSTITUTE OF ENGINEERING AND TECHNOLOGY FOR WOMEN </vt:lpstr>
      <vt:lpstr>TABLE  OF  CONTENTs</vt:lpstr>
      <vt:lpstr>ABSTRACT</vt:lpstr>
      <vt:lpstr>INTRODUCTION</vt:lpstr>
      <vt:lpstr>OBJECTIVE</vt:lpstr>
      <vt:lpstr>EXISTING    SYSTEM</vt:lpstr>
      <vt:lpstr>PROPOSED   SYSTEM</vt:lpstr>
      <vt:lpstr>LITERATURE SURVEY </vt:lpstr>
      <vt:lpstr>PowerPoint Presentation</vt:lpstr>
      <vt:lpstr>SOFTWARE      AND     HARDWARE    REQUIREMENTS</vt:lpstr>
      <vt:lpstr>SYSTEM      ARCHITECTURE</vt:lpstr>
      <vt:lpstr>METHODOLOGY</vt:lpstr>
      <vt:lpstr>Module Detailing:</vt:lpstr>
      <vt:lpstr>OUTPUT</vt:lpstr>
      <vt:lpstr>PowerPoint Presentation</vt:lpstr>
      <vt:lpstr>PowerPoint Presentation</vt:lpstr>
      <vt:lpstr>PowerPoint Presentation</vt:lpstr>
      <vt:lpstr>PowerPoint Presentation</vt:lpstr>
      <vt:lpstr>CONCLUSION</vt:lpstr>
      <vt:lpstr>FUTURE   ENHANCEMENT</vt:lpstr>
      <vt:lpstr>                                           REFERENCES </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tracker..pdf</dc:title>
  <dc:creator>KORE HARSHITA VINAYA</dc:creator>
  <cp:lastModifiedBy>Kusuma Palavalasa</cp:lastModifiedBy>
  <cp:revision>1</cp:revision>
  <dcterms:created xsi:type="dcterms:W3CDTF">2025-04-05T16:08:12Z</dcterms:created>
  <dcterms:modified xsi:type="dcterms:W3CDTF">2025-05-30T10:20:38Z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2024-07-17T00:00:00Z</vt:filetime>
  </property>
  <property fmtid="{D5CDD505-2E9C-101B-9397-08002B2CF9AE}" pid="3" name="Creator">
    <vt:lpwstr>Microsoft® PowerPoint® 2019</vt:lpwstr>
  </property>
  <property fmtid="{D5CDD505-2E9C-101B-9397-08002B2CF9AE}" pid="4" name="LastSaved">
    <vt:filetime>2025-04-05T00:00:00Z</vt:filetime>
  </property>
  <property fmtid="{D5CDD505-2E9C-101B-9397-08002B2CF9AE}" pid="5" name="Producer">
    <vt:lpwstr>Microsoft® PowerPoint® 2019</vt:lpwstr>
  </property>
</Properties>
</file>